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6" r:id="rId1"/>
  </p:sldMasterIdLst>
  <p:notesMasterIdLst>
    <p:notesMasterId r:id="rId26"/>
  </p:notesMasterIdLst>
  <p:sldIdLst>
    <p:sldId id="256" r:id="rId2"/>
    <p:sldId id="261" r:id="rId3"/>
    <p:sldId id="271" r:id="rId4"/>
    <p:sldId id="259" r:id="rId5"/>
    <p:sldId id="310" r:id="rId6"/>
    <p:sldId id="266" r:id="rId7"/>
    <p:sldId id="264" r:id="rId8"/>
    <p:sldId id="309" r:id="rId9"/>
    <p:sldId id="314" r:id="rId10"/>
    <p:sldId id="307" r:id="rId11"/>
    <p:sldId id="316" r:id="rId12"/>
    <p:sldId id="317" r:id="rId13"/>
    <p:sldId id="311" r:id="rId14"/>
    <p:sldId id="268" r:id="rId15"/>
    <p:sldId id="313" r:id="rId16"/>
    <p:sldId id="312" r:id="rId17"/>
    <p:sldId id="318" r:id="rId18"/>
    <p:sldId id="319" r:id="rId19"/>
    <p:sldId id="315" r:id="rId20"/>
    <p:sldId id="321" r:id="rId21"/>
    <p:sldId id="322" r:id="rId22"/>
    <p:sldId id="320" r:id="rId23"/>
    <p:sldId id="277" r:id="rId24"/>
    <p:sldId id="279" r:id="rId25"/>
  </p:sldIdLst>
  <p:sldSz cx="9144000" cy="5143500" type="screen16x9"/>
  <p:notesSz cx="6858000" cy="9144000"/>
  <p:embeddedFontLst>
    <p:embeddedFont>
      <p:font typeface="Anek Malayalam" panose="020B0604020202020204" charset="0"/>
      <p:regular r:id="rId27"/>
      <p:bold r:id="rId28"/>
    </p:embeddedFont>
    <p:embeddedFont>
      <p:font typeface="Anek Malayalam Medium" panose="020B0604020202020204" charset="0"/>
      <p:regular r:id="rId29"/>
      <p:bold r:id="rId30"/>
    </p:embeddedFont>
    <p:embeddedFont>
      <p:font typeface="Bebas Neue" panose="020B0606020202050201" pitchFamily="34" charset="0"/>
      <p:regular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6467378-13E6-41F0-BE4D-2E41C846E328}">
  <a:tblStyle styleId="{56467378-13E6-41F0-BE4D-2E41C846E32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5" d="100"/>
          <a:sy n="125" d="100"/>
        </p:scale>
        <p:origin x="660" y="3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1359dd4716e_0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1359dd4716e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1359dd4716e_0_4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3" name="Google Shape;753;g1359dd4716e_0_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1359dd4716e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1359dd4716e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1359dd4716e_0_4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3" name="Google Shape;753;g1359dd4716e_0_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92054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135cac51a12_0_6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135cac51a12_0_6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1359dd4716e_0_3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g1359dd4716e_0_3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1359dd4716e_0_3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g1359dd4716e_0_3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59752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1359dd4716e_0_4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3" name="Google Shape;753;g1359dd4716e_0_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29602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1359dd4716e_0_3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g1359dd4716e_0_3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60105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1359dd4716e_0_3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g1359dd4716e_0_3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73990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1359dd4716e_0_3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g1359dd4716e_0_3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66462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1359dd4716e_0_4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3" name="Google Shape;753;g1359dd4716e_0_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88452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135cac51a12_0_7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135cac51a12_0_7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1359dd4716e_0_4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3" name="Google Shape;753;g1359dd4716e_0_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748492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1359dd4716e_0_3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g1359dd4716e_0_3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25162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1359dd4716e_0_4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3" name="Google Shape;753;g1359dd4716e_0_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50167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1359dd4716e_0_4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3" name="Google Shape;753;g1359dd4716e_0_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68611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1359dd4716e_0_4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3" name="Google Shape;753;g1359dd4716e_0_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043121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1359dd4716e_0_4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3" name="Google Shape;753;g1359dd4716e_0_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2525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1359dd4716e_0_4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3" name="Google Shape;753;g1359dd4716e_0_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07416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1359dd4716e_0_4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3" name="Google Shape;753;g1359dd4716e_0_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21542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g135cac51a12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0" name="Google Shape;850;g135cac51a12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g135cac51a12_0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7" name="Google Shape;867;g135cac51a12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rot="2105667">
            <a:off x="8010239" y="4477312"/>
            <a:ext cx="1677085" cy="768375"/>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rot="2105667">
            <a:off x="8010239" y="4584156"/>
            <a:ext cx="1677085" cy="768375"/>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418950" y="4065000"/>
            <a:ext cx="1095900" cy="1095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266550" y="4217400"/>
            <a:ext cx="1095900" cy="1095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txBox="1">
            <a:spLocks noGrp="1"/>
          </p:cNvSpPr>
          <p:nvPr>
            <p:ph type="ctrTitle"/>
          </p:nvPr>
        </p:nvSpPr>
        <p:spPr>
          <a:xfrm>
            <a:off x="723963" y="865713"/>
            <a:ext cx="4256700" cy="2581800"/>
          </a:xfrm>
          <a:prstGeom prst="rect">
            <a:avLst/>
          </a:prstGeom>
        </p:spPr>
        <p:txBody>
          <a:bodyPr spcFirstLastPara="1" wrap="square" lIns="91425" tIns="91425" rIns="91425" bIns="91425" anchor="t" anchorCtr="0">
            <a:noAutofit/>
          </a:bodyPr>
          <a:lstStyle>
            <a:lvl1pPr lvl="0">
              <a:lnSpc>
                <a:spcPct val="90000"/>
              </a:lnSpc>
              <a:spcBef>
                <a:spcPts val="0"/>
              </a:spcBef>
              <a:spcAft>
                <a:spcPts val="0"/>
              </a:spcAft>
              <a:buSzPts val="5200"/>
              <a:buNone/>
              <a:defRPr sz="8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4" name="Google Shape;14;p2"/>
          <p:cNvSpPr txBox="1">
            <a:spLocks noGrp="1"/>
          </p:cNvSpPr>
          <p:nvPr>
            <p:ph type="subTitle" idx="1"/>
          </p:nvPr>
        </p:nvSpPr>
        <p:spPr>
          <a:xfrm>
            <a:off x="723963" y="3715888"/>
            <a:ext cx="3856800" cy="409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8" name="Google Shape;48;p7"/>
          <p:cNvSpPr txBox="1">
            <a:spLocks noGrp="1"/>
          </p:cNvSpPr>
          <p:nvPr>
            <p:ph type="body" idx="1"/>
          </p:nvPr>
        </p:nvSpPr>
        <p:spPr>
          <a:xfrm>
            <a:off x="720000" y="1371700"/>
            <a:ext cx="3549300" cy="31971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rgbClr val="434343"/>
              </a:buClr>
              <a:buSzPts val="1400"/>
              <a:buChar char="●"/>
              <a:defRPr sz="1400">
                <a:solidFill>
                  <a:srgbClr val="434343"/>
                </a:solidFill>
              </a:defRPr>
            </a:lvl1pPr>
            <a:lvl2pPr marL="914400" lvl="1" indent="-304800" rtl="0">
              <a:lnSpc>
                <a:spcPct val="115000"/>
              </a:lnSpc>
              <a:spcBef>
                <a:spcPts val="0"/>
              </a:spcBef>
              <a:spcAft>
                <a:spcPts val="0"/>
              </a:spcAft>
              <a:buClr>
                <a:srgbClr val="434343"/>
              </a:buClr>
              <a:buSzPts val="1200"/>
              <a:buChar char="○"/>
              <a:defRPr>
                <a:solidFill>
                  <a:srgbClr val="434343"/>
                </a:solidFill>
              </a:defRPr>
            </a:lvl2pPr>
            <a:lvl3pPr marL="1371600" lvl="2" indent="-304800" rtl="0">
              <a:lnSpc>
                <a:spcPct val="115000"/>
              </a:lnSpc>
              <a:spcBef>
                <a:spcPts val="0"/>
              </a:spcBef>
              <a:spcAft>
                <a:spcPts val="0"/>
              </a:spcAft>
              <a:buClr>
                <a:srgbClr val="434343"/>
              </a:buClr>
              <a:buSzPts val="1200"/>
              <a:buChar char="■"/>
              <a:defRPr>
                <a:solidFill>
                  <a:srgbClr val="434343"/>
                </a:solidFill>
              </a:defRPr>
            </a:lvl3pPr>
            <a:lvl4pPr marL="1828800" lvl="3" indent="-304800" rtl="0">
              <a:lnSpc>
                <a:spcPct val="115000"/>
              </a:lnSpc>
              <a:spcBef>
                <a:spcPts val="0"/>
              </a:spcBef>
              <a:spcAft>
                <a:spcPts val="0"/>
              </a:spcAft>
              <a:buClr>
                <a:srgbClr val="434343"/>
              </a:buClr>
              <a:buSzPts val="1200"/>
              <a:buChar char="●"/>
              <a:defRPr>
                <a:solidFill>
                  <a:srgbClr val="434343"/>
                </a:solidFill>
              </a:defRPr>
            </a:lvl4pPr>
            <a:lvl5pPr marL="2286000" lvl="4" indent="-304800" rtl="0">
              <a:lnSpc>
                <a:spcPct val="115000"/>
              </a:lnSpc>
              <a:spcBef>
                <a:spcPts val="0"/>
              </a:spcBef>
              <a:spcAft>
                <a:spcPts val="0"/>
              </a:spcAft>
              <a:buClr>
                <a:srgbClr val="434343"/>
              </a:buClr>
              <a:buSzPts val="1200"/>
              <a:buChar char="○"/>
              <a:defRPr>
                <a:solidFill>
                  <a:srgbClr val="434343"/>
                </a:solidFill>
              </a:defRPr>
            </a:lvl5pPr>
            <a:lvl6pPr marL="2743200" lvl="5" indent="-304800" rtl="0">
              <a:lnSpc>
                <a:spcPct val="115000"/>
              </a:lnSpc>
              <a:spcBef>
                <a:spcPts val="0"/>
              </a:spcBef>
              <a:spcAft>
                <a:spcPts val="0"/>
              </a:spcAft>
              <a:buClr>
                <a:srgbClr val="434343"/>
              </a:buClr>
              <a:buSzPts val="1200"/>
              <a:buChar char="■"/>
              <a:defRPr>
                <a:solidFill>
                  <a:srgbClr val="434343"/>
                </a:solidFill>
              </a:defRPr>
            </a:lvl6pPr>
            <a:lvl7pPr marL="3200400" lvl="6" indent="-304800" rtl="0">
              <a:lnSpc>
                <a:spcPct val="115000"/>
              </a:lnSpc>
              <a:spcBef>
                <a:spcPts val="0"/>
              </a:spcBef>
              <a:spcAft>
                <a:spcPts val="0"/>
              </a:spcAft>
              <a:buClr>
                <a:srgbClr val="434343"/>
              </a:buClr>
              <a:buSzPts val="1200"/>
              <a:buChar char="●"/>
              <a:defRPr>
                <a:solidFill>
                  <a:srgbClr val="434343"/>
                </a:solidFill>
              </a:defRPr>
            </a:lvl7pPr>
            <a:lvl8pPr marL="3657600" lvl="7" indent="-304800" rtl="0">
              <a:lnSpc>
                <a:spcPct val="115000"/>
              </a:lnSpc>
              <a:spcBef>
                <a:spcPts val="0"/>
              </a:spcBef>
              <a:spcAft>
                <a:spcPts val="0"/>
              </a:spcAft>
              <a:buClr>
                <a:srgbClr val="434343"/>
              </a:buClr>
              <a:buSzPts val="1200"/>
              <a:buChar char="○"/>
              <a:defRPr>
                <a:solidFill>
                  <a:srgbClr val="434343"/>
                </a:solidFill>
              </a:defRPr>
            </a:lvl8pPr>
            <a:lvl9pPr marL="4114800" lvl="8" indent="-304800" rtl="0">
              <a:lnSpc>
                <a:spcPct val="115000"/>
              </a:lnSpc>
              <a:spcBef>
                <a:spcPts val="0"/>
              </a:spcBef>
              <a:spcAft>
                <a:spcPts val="0"/>
              </a:spcAft>
              <a:buClr>
                <a:srgbClr val="434343"/>
              </a:buClr>
              <a:buSzPts val="1200"/>
              <a:buChar char="■"/>
              <a:defRPr>
                <a:solidFill>
                  <a:srgbClr val="434343"/>
                </a:solidFill>
              </a:defRPr>
            </a:lvl9pPr>
          </a:lstStyle>
          <a:p>
            <a:endParaRPr/>
          </a:p>
        </p:txBody>
      </p:sp>
      <p:sp>
        <p:nvSpPr>
          <p:cNvPr id="49" name="Google Shape;49;p7"/>
          <p:cNvSpPr/>
          <p:nvPr/>
        </p:nvSpPr>
        <p:spPr>
          <a:xfrm>
            <a:off x="4732525" y="4722175"/>
            <a:ext cx="1095900" cy="1095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7"/>
          <p:cNvSpPr/>
          <p:nvPr/>
        </p:nvSpPr>
        <p:spPr>
          <a:xfrm>
            <a:off x="-837125" y="-914150"/>
            <a:ext cx="1776900" cy="1776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a:off x="1031675" y="4298750"/>
            <a:ext cx="1095900" cy="1095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7"/>
          <p:cNvSpPr/>
          <p:nvPr/>
        </p:nvSpPr>
        <p:spPr>
          <a:xfrm>
            <a:off x="1184075" y="4451150"/>
            <a:ext cx="1095900" cy="1095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1"/>
        </a:solidFill>
        <a:effectLst/>
      </p:bgPr>
    </p:bg>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10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
        <p:nvSpPr>
          <p:cNvPr id="55" name="Google Shape;55;p8"/>
          <p:cNvSpPr/>
          <p:nvPr/>
        </p:nvSpPr>
        <p:spPr>
          <a:xfrm>
            <a:off x="8233150" y="-545575"/>
            <a:ext cx="1776900" cy="1776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8"/>
          <p:cNvSpPr/>
          <p:nvPr/>
        </p:nvSpPr>
        <p:spPr>
          <a:xfrm>
            <a:off x="-217800" y="4097650"/>
            <a:ext cx="1368000" cy="13680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8"/>
          <p:cNvSpPr/>
          <p:nvPr/>
        </p:nvSpPr>
        <p:spPr>
          <a:xfrm rot="-8694183">
            <a:off x="-592984" y="2055"/>
            <a:ext cx="2026570" cy="928592"/>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8694183">
            <a:off x="-592984" y="-127054"/>
            <a:ext cx="2026570" cy="928592"/>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8"/>
          <p:cNvSpPr/>
          <p:nvPr/>
        </p:nvSpPr>
        <p:spPr>
          <a:xfrm rot="-2083793">
            <a:off x="4035087" y="4658714"/>
            <a:ext cx="1095824" cy="1095824"/>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8"/>
          <p:cNvSpPr/>
          <p:nvPr/>
        </p:nvSpPr>
        <p:spPr>
          <a:xfrm rot="-2083793">
            <a:off x="4247157" y="4697159"/>
            <a:ext cx="1095824" cy="1095824"/>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lt1"/>
        </a:solidFill>
        <a:effectLst/>
      </p:bgPr>
    </p:bg>
    <p:spTree>
      <p:nvGrpSpPr>
        <p:cNvPr id="1" name="Shape 72"/>
        <p:cNvGrpSpPr/>
        <p:nvPr/>
      </p:nvGrpSpPr>
      <p:grpSpPr>
        <a:xfrm>
          <a:off x="0" y="0"/>
          <a:ext cx="0" cy="0"/>
          <a:chOff x="0" y="0"/>
          <a:chExt cx="0" cy="0"/>
        </a:xfrm>
      </p:grpSpPr>
      <p:sp>
        <p:nvSpPr>
          <p:cNvPr id="73" name="Google Shape;73;p11"/>
          <p:cNvSpPr/>
          <p:nvPr/>
        </p:nvSpPr>
        <p:spPr>
          <a:xfrm rot="-8694101">
            <a:off x="7810457" y="4441097"/>
            <a:ext cx="1828234" cy="837707"/>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8694101">
            <a:off x="7810457" y="4324618"/>
            <a:ext cx="1828234" cy="837707"/>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txBox="1">
            <a:spLocks noGrp="1"/>
          </p:cNvSpPr>
          <p:nvPr>
            <p:ph type="title" hasCustomPrompt="1"/>
          </p:nvPr>
        </p:nvSpPr>
        <p:spPr>
          <a:xfrm>
            <a:off x="1284000" y="1505700"/>
            <a:ext cx="6576000" cy="1511100"/>
          </a:xfrm>
          <a:prstGeom prst="rect">
            <a:avLst/>
          </a:prstGeom>
        </p:spPr>
        <p:txBody>
          <a:bodyPr spcFirstLastPara="1" wrap="square" lIns="91425" tIns="91425" rIns="91425" bIns="91425" anchor="t" anchorCtr="0">
            <a:noAutofit/>
          </a:bodyPr>
          <a:lstStyle>
            <a:lvl1pPr lvl="0" algn="ctr">
              <a:spcBef>
                <a:spcPts val="0"/>
              </a:spcBef>
              <a:spcAft>
                <a:spcPts val="0"/>
              </a:spcAft>
              <a:buSzPts val="9600"/>
              <a:buNone/>
              <a:defRPr sz="10000" b="1"/>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6" name="Google Shape;76;p11"/>
          <p:cNvSpPr txBox="1">
            <a:spLocks noGrp="1"/>
          </p:cNvSpPr>
          <p:nvPr>
            <p:ph type="subTitle" idx="1"/>
          </p:nvPr>
        </p:nvSpPr>
        <p:spPr>
          <a:xfrm>
            <a:off x="1284000" y="3016800"/>
            <a:ext cx="6576000" cy="621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000">
                <a:latin typeface="Anek Malayalam Medium"/>
                <a:ea typeface="Anek Malayalam Medium"/>
                <a:cs typeface="Anek Malayalam Medium"/>
                <a:sym typeface="Anek Malayalam Medium"/>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77" name="Google Shape;77;p11"/>
          <p:cNvSpPr/>
          <p:nvPr/>
        </p:nvSpPr>
        <p:spPr>
          <a:xfrm>
            <a:off x="-418950" y="4065000"/>
            <a:ext cx="1095900" cy="1095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1"/>
          <p:cNvSpPr/>
          <p:nvPr/>
        </p:nvSpPr>
        <p:spPr>
          <a:xfrm>
            <a:off x="-266550" y="4217400"/>
            <a:ext cx="1095900" cy="1095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1"/>
          <p:cNvSpPr/>
          <p:nvPr/>
        </p:nvSpPr>
        <p:spPr>
          <a:xfrm rot="10800000">
            <a:off x="235525" y="-809225"/>
            <a:ext cx="1776900" cy="1776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1"/>
          <p:cNvSpPr/>
          <p:nvPr/>
        </p:nvSpPr>
        <p:spPr>
          <a:xfrm rot="10800000">
            <a:off x="-189125" y="-809225"/>
            <a:ext cx="1776900" cy="1776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1"/>
          <p:cNvSpPr/>
          <p:nvPr/>
        </p:nvSpPr>
        <p:spPr>
          <a:xfrm>
            <a:off x="8390700" y="-429200"/>
            <a:ext cx="1095900" cy="1095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1"/>
        </a:solidFill>
        <a:effectLst/>
      </p:bgPr>
    </p:bg>
    <p:spTree>
      <p:nvGrpSpPr>
        <p:cNvPr id="1" name="Shape 8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00"/>
        <p:cNvGrpSpPr/>
        <p:nvPr/>
      </p:nvGrpSpPr>
      <p:grpSpPr>
        <a:xfrm>
          <a:off x="0" y="0"/>
          <a:ext cx="0" cy="0"/>
          <a:chOff x="0" y="0"/>
          <a:chExt cx="0" cy="0"/>
        </a:xfrm>
      </p:grpSpPr>
      <p:sp>
        <p:nvSpPr>
          <p:cNvPr id="101" name="Google Shape;101;p14"/>
          <p:cNvSpPr txBox="1">
            <a:spLocks noGrp="1"/>
          </p:cNvSpPr>
          <p:nvPr>
            <p:ph type="title"/>
          </p:nvPr>
        </p:nvSpPr>
        <p:spPr>
          <a:xfrm>
            <a:off x="3121950" y="3049600"/>
            <a:ext cx="4563900" cy="5319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02" name="Google Shape;102;p14"/>
          <p:cNvSpPr txBox="1">
            <a:spLocks noGrp="1"/>
          </p:cNvSpPr>
          <p:nvPr>
            <p:ph type="subTitle" idx="1"/>
          </p:nvPr>
        </p:nvSpPr>
        <p:spPr>
          <a:xfrm>
            <a:off x="1458150" y="1351462"/>
            <a:ext cx="6227700" cy="16314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500"/>
              <a:buNone/>
              <a:defRPr sz="30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
        <p:nvSpPr>
          <p:cNvPr id="103" name="Google Shape;103;p14"/>
          <p:cNvSpPr/>
          <p:nvPr/>
        </p:nvSpPr>
        <p:spPr>
          <a:xfrm rot="10800000">
            <a:off x="2026550" y="4487900"/>
            <a:ext cx="1776900" cy="1776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4"/>
          <p:cNvSpPr/>
          <p:nvPr/>
        </p:nvSpPr>
        <p:spPr>
          <a:xfrm rot="8694333" flipH="1">
            <a:off x="7821214" y="157506"/>
            <a:ext cx="1677085" cy="768375"/>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4"/>
          <p:cNvSpPr/>
          <p:nvPr/>
        </p:nvSpPr>
        <p:spPr>
          <a:xfrm rot="8694333" flipH="1">
            <a:off x="7821214" y="50662"/>
            <a:ext cx="1677085" cy="768375"/>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4"/>
          <p:cNvSpPr/>
          <p:nvPr/>
        </p:nvSpPr>
        <p:spPr>
          <a:xfrm>
            <a:off x="-453225" y="-410162"/>
            <a:ext cx="1095900" cy="1095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4"/>
          <p:cNvSpPr/>
          <p:nvPr/>
        </p:nvSpPr>
        <p:spPr>
          <a:xfrm>
            <a:off x="-300825" y="-257762"/>
            <a:ext cx="1095900" cy="1095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4"/>
          <p:cNvSpPr/>
          <p:nvPr/>
        </p:nvSpPr>
        <p:spPr>
          <a:xfrm rot="10800000">
            <a:off x="1601250" y="4487900"/>
            <a:ext cx="1776900" cy="1776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1">
  <p:cSld name="BLANK_1_1_1_2_1">
    <p:spTree>
      <p:nvGrpSpPr>
        <p:cNvPr id="1" name="Shape 154"/>
        <p:cNvGrpSpPr/>
        <p:nvPr/>
      </p:nvGrpSpPr>
      <p:grpSpPr>
        <a:xfrm>
          <a:off x="0" y="0"/>
          <a:ext cx="0" cy="0"/>
          <a:chOff x="0" y="0"/>
          <a:chExt cx="0" cy="0"/>
        </a:xfrm>
      </p:grpSpPr>
      <p:sp>
        <p:nvSpPr>
          <p:cNvPr id="155" name="Google Shape;155;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6" name="Google Shape;156;p20"/>
          <p:cNvSpPr txBox="1">
            <a:spLocks noGrp="1"/>
          </p:cNvSpPr>
          <p:nvPr>
            <p:ph type="subTitle" idx="1"/>
          </p:nvPr>
        </p:nvSpPr>
        <p:spPr>
          <a:xfrm>
            <a:off x="1470600" y="1533575"/>
            <a:ext cx="2978100" cy="381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1pPr>
            <a:lvl2pPr lvl="1" algn="ct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2pPr>
            <a:lvl3pPr lvl="2" algn="ct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3pPr>
            <a:lvl4pPr lvl="3" algn="ct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4pPr>
            <a:lvl5pPr lvl="4" algn="ct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5pPr>
            <a:lvl6pPr lvl="5" algn="ct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6pPr>
            <a:lvl7pPr lvl="6" algn="ct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7pPr>
            <a:lvl8pPr lvl="7" algn="ct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8pPr>
            <a:lvl9pPr lvl="8" algn="ct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9pPr>
          </a:lstStyle>
          <a:p>
            <a:endParaRPr/>
          </a:p>
        </p:txBody>
      </p:sp>
      <p:sp>
        <p:nvSpPr>
          <p:cNvPr id="157" name="Google Shape;157;p20"/>
          <p:cNvSpPr txBox="1">
            <a:spLocks noGrp="1"/>
          </p:cNvSpPr>
          <p:nvPr>
            <p:ph type="subTitle" idx="2"/>
          </p:nvPr>
        </p:nvSpPr>
        <p:spPr>
          <a:xfrm>
            <a:off x="1470600" y="1845050"/>
            <a:ext cx="2978100" cy="42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8" name="Google Shape;158;p20"/>
          <p:cNvSpPr txBox="1">
            <a:spLocks noGrp="1"/>
          </p:cNvSpPr>
          <p:nvPr>
            <p:ph type="subTitle" idx="3"/>
          </p:nvPr>
        </p:nvSpPr>
        <p:spPr>
          <a:xfrm>
            <a:off x="1470600" y="2853250"/>
            <a:ext cx="2978100" cy="43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9" name="Google Shape;159;p20"/>
          <p:cNvSpPr txBox="1">
            <a:spLocks noGrp="1"/>
          </p:cNvSpPr>
          <p:nvPr>
            <p:ph type="subTitle" idx="4"/>
          </p:nvPr>
        </p:nvSpPr>
        <p:spPr>
          <a:xfrm>
            <a:off x="1470600" y="3861450"/>
            <a:ext cx="2978100" cy="431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0" name="Google Shape;160;p20"/>
          <p:cNvSpPr txBox="1">
            <a:spLocks noGrp="1"/>
          </p:cNvSpPr>
          <p:nvPr>
            <p:ph type="subTitle" idx="5"/>
          </p:nvPr>
        </p:nvSpPr>
        <p:spPr>
          <a:xfrm>
            <a:off x="1470600" y="2541783"/>
            <a:ext cx="2978100" cy="381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1pPr>
            <a:lvl2pPr lvl="1" algn="ct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2pPr>
            <a:lvl3pPr lvl="2" algn="ct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3pPr>
            <a:lvl4pPr lvl="3" algn="ct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4pPr>
            <a:lvl5pPr lvl="4" algn="ct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5pPr>
            <a:lvl6pPr lvl="5" algn="ct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6pPr>
            <a:lvl7pPr lvl="6" algn="ct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7pPr>
            <a:lvl8pPr lvl="7" algn="ct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8pPr>
            <a:lvl9pPr lvl="8" algn="ct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9pPr>
          </a:lstStyle>
          <a:p>
            <a:endParaRPr/>
          </a:p>
        </p:txBody>
      </p:sp>
      <p:sp>
        <p:nvSpPr>
          <p:cNvPr id="161" name="Google Shape;161;p20"/>
          <p:cNvSpPr txBox="1">
            <a:spLocks noGrp="1"/>
          </p:cNvSpPr>
          <p:nvPr>
            <p:ph type="subTitle" idx="6"/>
          </p:nvPr>
        </p:nvSpPr>
        <p:spPr>
          <a:xfrm>
            <a:off x="1470600" y="3549979"/>
            <a:ext cx="2978100" cy="381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1pPr>
            <a:lvl2pPr lvl="1" algn="ct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2pPr>
            <a:lvl3pPr lvl="2" algn="ct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3pPr>
            <a:lvl4pPr lvl="3" algn="ct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4pPr>
            <a:lvl5pPr lvl="4" algn="ct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5pPr>
            <a:lvl6pPr lvl="5" algn="ct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6pPr>
            <a:lvl7pPr lvl="6" algn="ct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7pPr>
            <a:lvl8pPr lvl="7" algn="ct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8pPr>
            <a:lvl9pPr lvl="8" algn="ct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9pPr>
          </a:lstStyle>
          <a:p>
            <a:endParaRPr/>
          </a:p>
        </p:txBody>
      </p:sp>
      <p:sp>
        <p:nvSpPr>
          <p:cNvPr id="162" name="Google Shape;162;p20"/>
          <p:cNvSpPr/>
          <p:nvPr/>
        </p:nvSpPr>
        <p:spPr>
          <a:xfrm>
            <a:off x="-375900" y="-231925"/>
            <a:ext cx="1095900" cy="1095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0"/>
          <p:cNvSpPr/>
          <p:nvPr/>
        </p:nvSpPr>
        <p:spPr>
          <a:xfrm rot="2105557">
            <a:off x="7971050" y="4404769"/>
            <a:ext cx="1903636" cy="872164"/>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0"/>
          <p:cNvSpPr/>
          <p:nvPr/>
        </p:nvSpPr>
        <p:spPr>
          <a:xfrm rot="2105557">
            <a:off x="7971050" y="4526038"/>
            <a:ext cx="1903636" cy="872164"/>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165"/>
        <p:cNvGrpSpPr/>
        <p:nvPr/>
      </p:nvGrpSpPr>
      <p:grpSpPr>
        <a:xfrm>
          <a:off x="0" y="0"/>
          <a:ext cx="0" cy="0"/>
          <a:chOff x="0" y="0"/>
          <a:chExt cx="0" cy="0"/>
        </a:xfrm>
      </p:grpSpPr>
      <p:sp>
        <p:nvSpPr>
          <p:cNvPr id="166" name="Google Shape;166;p21"/>
          <p:cNvSpPr txBox="1">
            <a:spLocks noGrp="1"/>
          </p:cNvSpPr>
          <p:nvPr>
            <p:ph type="subTitle" idx="1"/>
          </p:nvPr>
        </p:nvSpPr>
        <p:spPr>
          <a:xfrm>
            <a:off x="1261663" y="2293425"/>
            <a:ext cx="2737200" cy="3573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000"/>
              <a:buFont typeface="Anek Malayalam Medium"/>
              <a:buNone/>
              <a:defRPr sz="2000">
                <a:solidFill>
                  <a:schemeClr val="dk1"/>
                </a:solidFill>
                <a:latin typeface="Anek Malayalam Medium"/>
                <a:ea typeface="Anek Malayalam Medium"/>
                <a:cs typeface="Anek Malayalam Medium"/>
                <a:sym typeface="Anek Malayalam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67" name="Google Shape;167;p21"/>
          <p:cNvSpPr txBox="1">
            <a:spLocks noGrp="1"/>
          </p:cNvSpPr>
          <p:nvPr>
            <p:ph type="subTitle" idx="2"/>
          </p:nvPr>
        </p:nvSpPr>
        <p:spPr>
          <a:xfrm>
            <a:off x="1261675" y="1352425"/>
            <a:ext cx="2737200" cy="9411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200"/>
              <a:buNone/>
              <a:defRPr sz="1400"/>
            </a:lvl1pPr>
            <a:lvl2pPr lvl="1" algn="ctr" rtl="0">
              <a:lnSpc>
                <a:spcPct val="100000"/>
              </a:lnSpc>
              <a:spcBef>
                <a:spcPts val="160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8" name="Google Shape;168;p21"/>
          <p:cNvSpPr txBox="1">
            <a:spLocks noGrp="1"/>
          </p:cNvSpPr>
          <p:nvPr>
            <p:ph type="subTitle" idx="3"/>
          </p:nvPr>
        </p:nvSpPr>
        <p:spPr>
          <a:xfrm>
            <a:off x="5145135" y="1352425"/>
            <a:ext cx="2737200" cy="9411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200"/>
              <a:buNone/>
              <a:defRPr sz="1400"/>
            </a:lvl1pPr>
            <a:lvl2pPr lvl="1" algn="ctr" rtl="0">
              <a:lnSpc>
                <a:spcPct val="100000"/>
              </a:lnSpc>
              <a:spcBef>
                <a:spcPts val="160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9" name="Google Shape;169;p21"/>
          <p:cNvSpPr txBox="1">
            <a:spLocks noGrp="1"/>
          </p:cNvSpPr>
          <p:nvPr>
            <p:ph type="subTitle" idx="4"/>
          </p:nvPr>
        </p:nvSpPr>
        <p:spPr>
          <a:xfrm>
            <a:off x="1261675" y="3161000"/>
            <a:ext cx="2737200" cy="9411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200"/>
              <a:buNone/>
              <a:defRPr sz="1400"/>
            </a:lvl1pPr>
            <a:lvl2pPr lvl="1" algn="ctr" rtl="0">
              <a:lnSpc>
                <a:spcPct val="100000"/>
              </a:lnSpc>
              <a:spcBef>
                <a:spcPts val="160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0" name="Google Shape;170;p21"/>
          <p:cNvSpPr txBox="1">
            <a:spLocks noGrp="1"/>
          </p:cNvSpPr>
          <p:nvPr>
            <p:ph type="subTitle" idx="5"/>
          </p:nvPr>
        </p:nvSpPr>
        <p:spPr>
          <a:xfrm>
            <a:off x="5145135" y="3161000"/>
            <a:ext cx="2737200" cy="9411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200"/>
              <a:buNone/>
              <a:defRPr sz="1400"/>
            </a:lvl1pPr>
            <a:lvl2pPr lvl="1" algn="ctr" rtl="0">
              <a:lnSpc>
                <a:spcPct val="100000"/>
              </a:lnSpc>
              <a:spcBef>
                <a:spcPts val="160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71" name="Google Shape;171;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2" name="Google Shape;172;p21"/>
          <p:cNvSpPr txBox="1">
            <a:spLocks noGrp="1"/>
          </p:cNvSpPr>
          <p:nvPr>
            <p:ph type="subTitle" idx="6"/>
          </p:nvPr>
        </p:nvSpPr>
        <p:spPr>
          <a:xfrm>
            <a:off x="1261663" y="4102100"/>
            <a:ext cx="2737200" cy="357300"/>
          </a:xfrm>
          <a:prstGeom prst="rect">
            <a:avLst/>
          </a:prstGeom>
          <a:ln>
            <a:noFill/>
          </a:ln>
        </p:spPr>
        <p:txBody>
          <a:bodyPr spcFirstLastPara="1" wrap="square" lIns="91425" tIns="91425" rIns="91425" bIns="91425" anchor="t" anchorCtr="0">
            <a:noAutofit/>
          </a:bodyPr>
          <a:lstStyle>
            <a:lvl1pPr marL="0" marR="0" lvl="0" indent="-127000" algn="r" rtl="0">
              <a:lnSpc>
                <a:spcPct val="100000"/>
              </a:lnSpc>
              <a:spcBef>
                <a:spcPts val="0"/>
              </a:spcBef>
              <a:spcAft>
                <a:spcPts val="0"/>
              </a:spcAft>
              <a:buClr>
                <a:schemeClr val="dk1"/>
              </a:buClr>
              <a:buSzPts val="2000"/>
              <a:buFont typeface="Anek Malayalam Medium"/>
              <a:buNone/>
              <a:defRPr sz="2000">
                <a:latin typeface="Anek Malayalam Medium"/>
                <a:ea typeface="Anek Malayalam Medium"/>
                <a:cs typeface="Anek Malayalam Medium"/>
                <a:sym typeface="Anek Malayalam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73" name="Google Shape;173;p21"/>
          <p:cNvSpPr txBox="1">
            <a:spLocks noGrp="1"/>
          </p:cNvSpPr>
          <p:nvPr>
            <p:ph type="subTitle" idx="7"/>
          </p:nvPr>
        </p:nvSpPr>
        <p:spPr>
          <a:xfrm>
            <a:off x="5145137" y="2293425"/>
            <a:ext cx="2737200" cy="357300"/>
          </a:xfrm>
          <a:prstGeom prst="rect">
            <a:avLst/>
          </a:prstGeom>
          <a:ln>
            <a:noFill/>
          </a:ln>
        </p:spPr>
        <p:txBody>
          <a:bodyPr spcFirstLastPara="1" wrap="square" lIns="91425" tIns="91425" rIns="91425" bIns="91425" anchor="t" anchorCtr="0">
            <a:noAutofit/>
          </a:bodyPr>
          <a:lstStyle>
            <a:lvl1pPr marL="0" marR="0" lvl="0" indent="-127000" algn="r" rtl="0">
              <a:lnSpc>
                <a:spcPct val="100000"/>
              </a:lnSpc>
              <a:spcBef>
                <a:spcPts val="0"/>
              </a:spcBef>
              <a:spcAft>
                <a:spcPts val="0"/>
              </a:spcAft>
              <a:buClr>
                <a:schemeClr val="dk1"/>
              </a:buClr>
              <a:buSzPts val="2000"/>
              <a:buFont typeface="Anek Malayalam Medium"/>
              <a:buNone/>
              <a:defRPr sz="2000">
                <a:latin typeface="Anek Malayalam Medium"/>
                <a:ea typeface="Anek Malayalam Medium"/>
                <a:cs typeface="Anek Malayalam Medium"/>
                <a:sym typeface="Anek Malayalam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74" name="Google Shape;174;p21"/>
          <p:cNvSpPr txBox="1">
            <a:spLocks noGrp="1"/>
          </p:cNvSpPr>
          <p:nvPr>
            <p:ph type="subTitle" idx="8"/>
          </p:nvPr>
        </p:nvSpPr>
        <p:spPr>
          <a:xfrm>
            <a:off x="5145137" y="4102100"/>
            <a:ext cx="2737200" cy="357300"/>
          </a:xfrm>
          <a:prstGeom prst="rect">
            <a:avLst/>
          </a:prstGeom>
          <a:ln>
            <a:noFill/>
          </a:ln>
        </p:spPr>
        <p:txBody>
          <a:bodyPr spcFirstLastPara="1" wrap="square" lIns="91425" tIns="91425" rIns="91425" bIns="91425" anchor="t" anchorCtr="0">
            <a:noAutofit/>
          </a:bodyPr>
          <a:lstStyle>
            <a:lvl1pPr marL="0" marR="0" lvl="0" indent="-127000" algn="r" rtl="0">
              <a:lnSpc>
                <a:spcPct val="100000"/>
              </a:lnSpc>
              <a:spcBef>
                <a:spcPts val="0"/>
              </a:spcBef>
              <a:spcAft>
                <a:spcPts val="0"/>
              </a:spcAft>
              <a:buClr>
                <a:schemeClr val="dk1"/>
              </a:buClr>
              <a:buSzPts val="2000"/>
              <a:buFont typeface="Anek Malayalam Medium"/>
              <a:buNone/>
              <a:defRPr sz="2000">
                <a:latin typeface="Anek Malayalam Medium"/>
                <a:ea typeface="Anek Malayalam Medium"/>
                <a:cs typeface="Anek Malayalam Medium"/>
                <a:sym typeface="Anek Malayalam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75" name="Google Shape;175;p21"/>
          <p:cNvSpPr/>
          <p:nvPr/>
        </p:nvSpPr>
        <p:spPr>
          <a:xfrm>
            <a:off x="8119075" y="3875775"/>
            <a:ext cx="1776900" cy="1776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1"/>
          <p:cNvSpPr/>
          <p:nvPr/>
        </p:nvSpPr>
        <p:spPr>
          <a:xfrm rot="-552888">
            <a:off x="-296569" y="4281382"/>
            <a:ext cx="1095943" cy="1095943"/>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1"/>
          <p:cNvSpPr/>
          <p:nvPr/>
        </p:nvSpPr>
        <p:spPr>
          <a:xfrm rot="-552888">
            <a:off x="-121738" y="4407420"/>
            <a:ext cx="1095943" cy="1095943"/>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192"/>
        <p:cNvGrpSpPr/>
        <p:nvPr/>
      </p:nvGrpSpPr>
      <p:grpSpPr>
        <a:xfrm>
          <a:off x="0" y="0"/>
          <a:ext cx="0" cy="0"/>
          <a:chOff x="0" y="0"/>
          <a:chExt cx="0" cy="0"/>
        </a:xfrm>
      </p:grpSpPr>
      <p:sp>
        <p:nvSpPr>
          <p:cNvPr id="193" name="Google Shape;193;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94" name="Google Shape;194;p23"/>
          <p:cNvSpPr txBox="1">
            <a:spLocks noGrp="1"/>
          </p:cNvSpPr>
          <p:nvPr>
            <p:ph type="subTitle" idx="1"/>
          </p:nvPr>
        </p:nvSpPr>
        <p:spPr>
          <a:xfrm>
            <a:off x="715200" y="2364725"/>
            <a:ext cx="2336400" cy="523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5" name="Google Shape;195;p23"/>
          <p:cNvSpPr txBox="1">
            <a:spLocks noGrp="1"/>
          </p:cNvSpPr>
          <p:nvPr>
            <p:ph type="subTitle" idx="2"/>
          </p:nvPr>
        </p:nvSpPr>
        <p:spPr>
          <a:xfrm>
            <a:off x="3403800" y="2364726"/>
            <a:ext cx="2336400" cy="5238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6" name="Google Shape;196;p23"/>
          <p:cNvSpPr txBox="1">
            <a:spLocks noGrp="1"/>
          </p:cNvSpPr>
          <p:nvPr>
            <p:ph type="subTitle" idx="3"/>
          </p:nvPr>
        </p:nvSpPr>
        <p:spPr>
          <a:xfrm>
            <a:off x="6092400" y="2364726"/>
            <a:ext cx="2336400" cy="5238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7" name="Google Shape;197;p23"/>
          <p:cNvSpPr txBox="1">
            <a:spLocks noGrp="1"/>
          </p:cNvSpPr>
          <p:nvPr>
            <p:ph type="subTitle" idx="4"/>
          </p:nvPr>
        </p:nvSpPr>
        <p:spPr>
          <a:xfrm>
            <a:off x="715100" y="4058725"/>
            <a:ext cx="2336400" cy="5238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8" name="Google Shape;198;p23"/>
          <p:cNvSpPr txBox="1">
            <a:spLocks noGrp="1"/>
          </p:cNvSpPr>
          <p:nvPr>
            <p:ph type="subTitle" idx="5"/>
          </p:nvPr>
        </p:nvSpPr>
        <p:spPr>
          <a:xfrm>
            <a:off x="3403800" y="4058725"/>
            <a:ext cx="2336400" cy="5238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9" name="Google Shape;199;p23"/>
          <p:cNvSpPr txBox="1">
            <a:spLocks noGrp="1"/>
          </p:cNvSpPr>
          <p:nvPr>
            <p:ph type="subTitle" idx="6"/>
          </p:nvPr>
        </p:nvSpPr>
        <p:spPr>
          <a:xfrm>
            <a:off x="6092500" y="4058725"/>
            <a:ext cx="2336400" cy="523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0" name="Google Shape;200;p23"/>
          <p:cNvSpPr txBox="1">
            <a:spLocks noGrp="1"/>
          </p:cNvSpPr>
          <p:nvPr>
            <p:ph type="subTitle" idx="7"/>
          </p:nvPr>
        </p:nvSpPr>
        <p:spPr>
          <a:xfrm>
            <a:off x="715100" y="1983125"/>
            <a:ext cx="2336400" cy="3816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Bebas Neue"/>
              <a:buNone/>
              <a:defRPr sz="2000">
                <a:solidFill>
                  <a:schemeClr val="dk1"/>
                </a:solidFill>
                <a:latin typeface="Anek Malayalam Medium"/>
                <a:ea typeface="Anek Malayalam Medium"/>
                <a:cs typeface="Anek Malayalam Medium"/>
                <a:sym typeface="Anek Malayalam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01" name="Google Shape;201;p23"/>
          <p:cNvSpPr txBox="1">
            <a:spLocks noGrp="1"/>
          </p:cNvSpPr>
          <p:nvPr>
            <p:ph type="subTitle" idx="8"/>
          </p:nvPr>
        </p:nvSpPr>
        <p:spPr>
          <a:xfrm>
            <a:off x="3403800" y="1983125"/>
            <a:ext cx="2336400" cy="3816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Bebas Neue"/>
              <a:buNone/>
              <a:defRPr sz="2000">
                <a:solidFill>
                  <a:schemeClr val="dk1"/>
                </a:solidFill>
                <a:latin typeface="Anek Malayalam Medium"/>
                <a:ea typeface="Anek Malayalam Medium"/>
                <a:cs typeface="Anek Malayalam Medium"/>
                <a:sym typeface="Anek Malayalam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02" name="Google Shape;202;p23"/>
          <p:cNvSpPr txBox="1">
            <a:spLocks noGrp="1"/>
          </p:cNvSpPr>
          <p:nvPr>
            <p:ph type="subTitle" idx="9"/>
          </p:nvPr>
        </p:nvSpPr>
        <p:spPr>
          <a:xfrm>
            <a:off x="6092500" y="1983125"/>
            <a:ext cx="2336400" cy="3816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Bebas Neue"/>
              <a:buNone/>
              <a:defRPr sz="2000">
                <a:solidFill>
                  <a:schemeClr val="dk1"/>
                </a:solidFill>
                <a:latin typeface="Anek Malayalam Medium"/>
                <a:ea typeface="Anek Malayalam Medium"/>
                <a:cs typeface="Anek Malayalam Medium"/>
                <a:sym typeface="Anek Malayalam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03" name="Google Shape;203;p23"/>
          <p:cNvSpPr txBox="1">
            <a:spLocks noGrp="1"/>
          </p:cNvSpPr>
          <p:nvPr>
            <p:ph type="subTitle" idx="13"/>
          </p:nvPr>
        </p:nvSpPr>
        <p:spPr>
          <a:xfrm>
            <a:off x="715100" y="3677125"/>
            <a:ext cx="2336400" cy="3816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Bebas Neue"/>
              <a:buNone/>
              <a:defRPr sz="2000">
                <a:solidFill>
                  <a:srgbClr val="111111"/>
                </a:solidFill>
                <a:latin typeface="Anek Malayalam Medium"/>
                <a:ea typeface="Anek Malayalam Medium"/>
                <a:cs typeface="Anek Malayalam Medium"/>
                <a:sym typeface="Anek Malayalam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04" name="Google Shape;204;p23"/>
          <p:cNvSpPr txBox="1">
            <a:spLocks noGrp="1"/>
          </p:cNvSpPr>
          <p:nvPr>
            <p:ph type="subTitle" idx="14"/>
          </p:nvPr>
        </p:nvSpPr>
        <p:spPr>
          <a:xfrm>
            <a:off x="3403800" y="3677125"/>
            <a:ext cx="2336400" cy="3816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Bebas Neue"/>
              <a:buNone/>
              <a:defRPr sz="2000">
                <a:solidFill>
                  <a:srgbClr val="111111"/>
                </a:solidFill>
                <a:latin typeface="Anek Malayalam Medium"/>
                <a:ea typeface="Anek Malayalam Medium"/>
                <a:cs typeface="Anek Malayalam Medium"/>
                <a:sym typeface="Anek Malayalam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05" name="Google Shape;205;p23"/>
          <p:cNvSpPr txBox="1">
            <a:spLocks noGrp="1"/>
          </p:cNvSpPr>
          <p:nvPr>
            <p:ph type="subTitle" idx="15"/>
          </p:nvPr>
        </p:nvSpPr>
        <p:spPr>
          <a:xfrm>
            <a:off x="6092500" y="3677125"/>
            <a:ext cx="2336400" cy="3816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Bebas Neue"/>
              <a:buNone/>
              <a:defRPr sz="2000">
                <a:solidFill>
                  <a:srgbClr val="111111"/>
                </a:solidFill>
                <a:latin typeface="Anek Malayalam Medium"/>
                <a:ea typeface="Anek Malayalam Medium"/>
                <a:cs typeface="Anek Malayalam Medium"/>
                <a:sym typeface="Anek Malayalam Medium"/>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06" name="Google Shape;206;p23"/>
          <p:cNvSpPr/>
          <p:nvPr/>
        </p:nvSpPr>
        <p:spPr>
          <a:xfrm rot="-1149892">
            <a:off x="7798221" y="-420602"/>
            <a:ext cx="1496859" cy="1496859"/>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3"/>
          <p:cNvSpPr/>
          <p:nvPr/>
        </p:nvSpPr>
        <p:spPr>
          <a:xfrm rot="-1149892">
            <a:off x="8063163" y="-292330"/>
            <a:ext cx="1496859" cy="1496859"/>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5">
  <p:cSld name="TITLE_ONLY_1_1_1_1">
    <p:spTree>
      <p:nvGrpSpPr>
        <p:cNvPr id="1" name="Shape 253"/>
        <p:cNvGrpSpPr/>
        <p:nvPr/>
      </p:nvGrpSpPr>
      <p:grpSpPr>
        <a:xfrm>
          <a:off x="0" y="0"/>
          <a:ext cx="0" cy="0"/>
          <a:chOff x="0" y="0"/>
          <a:chExt cx="0" cy="0"/>
        </a:xfrm>
      </p:grpSpPr>
      <p:sp>
        <p:nvSpPr>
          <p:cNvPr id="254" name="Google Shape;254;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55" name="Google Shape;255;p30"/>
          <p:cNvSpPr/>
          <p:nvPr/>
        </p:nvSpPr>
        <p:spPr>
          <a:xfrm rot="8694333" flipH="1">
            <a:off x="7821214" y="5106"/>
            <a:ext cx="1677085" cy="768375"/>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0"/>
          <p:cNvSpPr/>
          <p:nvPr/>
        </p:nvSpPr>
        <p:spPr>
          <a:xfrm rot="8694333" flipH="1">
            <a:off x="7821214" y="-101738"/>
            <a:ext cx="1677085" cy="768375"/>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0"/>
          <p:cNvSpPr/>
          <p:nvPr/>
        </p:nvSpPr>
        <p:spPr>
          <a:xfrm>
            <a:off x="-335075" y="4212188"/>
            <a:ext cx="1095900" cy="1095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0"/>
          <p:cNvSpPr/>
          <p:nvPr/>
        </p:nvSpPr>
        <p:spPr>
          <a:xfrm>
            <a:off x="-182675" y="4364588"/>
            <a:ext cx="1095900" cy="1095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292"/>
        <p:cNvGrpSpPr/>
        <p:nvPr/>
      </p:nvGrpSpPr>
      <p:grpSpPr>
        <a:xfrm>
          <a:off x="0" y="0"/>
          <a:ext cx="0" cy="0"/>
          <a:chOff x="0" y="0"/>
          <a:chExt cx="0" cy="0"/>
        </a:xfrm>
      </p:grpSpPr>
      <p:sp>
        <p:nvSpPr>
          <p:cNvPr id="293" name="Google Shape;293;p36"/>
          <p:cNvSpPr/>
          <p:nvPr/>
        </p:nvSpPr>
        <p:spPr>
          <a:xfrm rot="2105667">
            <a:off x="8010239" y="4584156"/>
            <a:ext cx="1677085" cy="768375"/>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6"/>
          <p:cNvSpPr/>
          <p:nvPr/>
        </p:nvSpPr>
        <p:spPr>
          <a:xfrm rot="2105667">
            <a:off x="8010239" y="4477312"/>
            <a:ext cx="1677085" cy="768375"/>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6"/>
          <p:cNvSpPr/>
          <p:nvPr/>
        </p:nvSpPr>
        <p:spPr>
          <a:xfrm rot="10800000">
            <a:off x="-599250" y="-712925"/>
            <a:ext cx="1776900" cy="1776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6"/>
          <p:cNvSpPr/>
          <p:nvPr/>
        </p:nvSpPr>
        <p:spPr>
          <a:xfrm>
            <a:off x="-418950" y="4141200"/>
            <a:ext cx="1095900" cy="1095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6"/>
          <p:cNvSpPr/>
          <p:nvPr/>
        </p:nvSpPr>
        <p:spPr>
          <a:xfrm>
            <a:off x="-266550" y="4293600"/>
            <a:ext cx="1095900" cy="1095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solidFill>
          <a:schemeClr val="lt1"/>
        </a:solidFill>
        <a:effectLst/>
      </p:bgPr>
    </p:bg>
    <p:spTree>
      <p:nvGrpSpPr>
        <p:cNvPr id="1" name="Shape 298"/>
        <p:cNvGrpSpPr/>
        <p:nvPr/>
      </p:nvGrpSpPr>
      <p:grpSpPr>
        <a:xfrm>
          <a:off x="0" y="0"/>
          <a:ext cx="0" cy="0"/>
          <a:chOff x="0" y="0"/>
          <a:chExt cx="0" cy="0"/>
        </a:xfrm>
      </p:grpSpPr>
      <p:sp>
        <p:nvSpPr>
          <p:cNvPr id="299" name="Google Shape;299;p37"/>
          <p:cNvSpPr/>
          <p:nvPr/>
        </p:nvSpPr>
        <p:spPr>
          <a:xfrm rot="10800000">
            <a:off x="7972200" y="3941700"/>
            <a:ext cx="1776900" cy="1776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7"/>
          <p:cNvSpPr/>
          <p:nvPr/>
        </p:nvSpPr>
        <p:spPr>
          <a:xfrm rot="2105538">
            <a:off x="-552605" y="-278109"/>
            <a:ext cx="1839465" cy="842868"/>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7"/>
          <p:cNvSpPr/>
          <p:nvPr/>
        </p:nvSpPr>
        <p:spPr>
          <a:xfrm rot="2105538">
            <a:off x="-552605" y="-160922"/>
            <a:ext cx="1839465" cy="842868"/>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lnSpc>
                <a:spcPct val="90000"/>
              </a:lnSpc>
              <a:spcBef>
                <a:spcPts val="0"/>
              </a:spcBef>
              <a:spcAft>
                <a:spcPts val="0"/>
              </a:spcAft>
              <a:buClr>
                <a:schemeClr val="dk1"/>
              </a:buClr>
              <a:buSzPts val="3500"/>
              <a:buFont typeface="Anek Malayalam"/>
              <a:buNone/>
              <a:defRPr sz="3500">
                <a:solidFill>
                  <a:schemeClr val="dk1"/>
                </a:solidFill>
                <a:latin typeface="Anek Malayalam"/>
                <a:ea typeface="Anek Malayalam"/>
                <a:cs typeface="Anek Malayalam"/>
                <a:sym typeface="Anek Malayalam"/>
              </a:defRPr>
            </a:lvl1pPr>
            <a:lvl2pPr lvl="1" rtl="0">
              <a:spcBef>
                <a:spcPts val="0"/>
              </a:spcBef>
              <a:spcAft>
                <a:spcPts val="0"/>
              </a:spcAft>
              <a:buClr>
                <a:schemeClr val="dk1"/>
              </a:buClr>
              <a:buSzPts val="3500"/>
              <a:buFont typeface="Anek Malayalam"/>
              <a:buNone/>
              <a:defRPr sz="3500">
                <a:solidFill>
                  <a:schemeClr val="dk1"/>
                </a:solidFill>
                <a:latin typeface="Anek Malayalam"/>
                <a:ea typeface="Anek Malayalam"/>
                <a:cs typeface="Anek Malayalam"/>
                <a:sym typeface="Anek Malayalam"/>
              </a:defRPr>
            </a:lvl2pPr>
            <a:lvl3pPr lvl="2" rtl="0">
              <a:spcBef>
                <a:spcPts val="0"/>
              </a:spcBef>
              <a:spcAft>
                <a:spcPts val="0"/>
              </a:spcAft>
              <a:buClr>
                <a:schemeClr val="dk1"/>
              </a:buClr>
              <a:buSzPts val="3500"/>
              <a:buFont typeface="Anek Malayalam"/>
              <a:buNone/>
              <a:defRPr sz="3500">
                <a:solidFill>
                  <a:schemeClr val="dk1"/>
                </a:solidFill>
                <a:latin typeface="Anek Malayalam"/>
                <a:ea typeface="Anek Malayalam"/>
                <a:cs typeface="Anek Malayalam"/>
                <a:sym typeface="Anek Malayalam"/>
              </a:defRPr>
            </a:lvl3pPr>
            <a:lvl4pPr lvl="3" rtl="0">
              <a:spcBef>
                <a:spcPts val="0"/>
              </a:spcBef>
              <a:spcAft>
                <a:spcPts val="0"/>
              </a:spcAft>
              <a:buClr>
                <a:schemeClr val="dk1"/>
              </a:buClr>
              <a:buSzPts val="3500"/>
              <a:buFont typeface="Anek Malayalam"/>
              <a:buNone/>
              <a:defRPr sz="3500">
                <a:solidFill>
                  <a:schemeClr val="dk1"/>
                </a:solidFill>
                <a:latin typeface="Anek Malayalam"/>
                <a:ea typeface="Anek Malayalam"/>
                <a:cs typeface="Anek Malayalam"/>
                <a:sym typeface="Anek Malayalam"/>
              </a:defRPr>
            </a:lvl4pPr>
            <a:lvl5pPr lvl="4" rtl="0">
              <a:spcBef>
                <a:spcPts val="0"/>
              </a:spcBef>
              <a:spcAft>
                <a:spcPts val="0"/>
              </a:spcAft>
              <a:buClr>
                <a:schemeClr val="dk1"/>
              </a:buClr>
              <a:buSzPts val="3500"/>
              <a:buFont typeface="Anek Malayalam"/>
              <a:buNone/>
              <a:defRPr sz="3500">
                <a:solidFill>
                  <a:schemeClr val="dk1"/>
                </a:solidFill>
                <a:latin typeface="Anek Malayalam"/>
                <a:ea typeface="Anek Malayalam"/>
                <a:cs typeface="Anek Malayalam"/>
                <a:sym typeface="Anek Malayalam"/>
              </a:defRPr>
            </a:lvl5pPr>
            <a:lvl6pPr lvl="5" rtl="0">
              <a:spcBef>
                <a:spcPts val="0"/>
              </a:spcBef>
              <a:spcAft>
                <a:spcPts val="0"/>
              </a:spcAft>
              <a:buClr>
                <a:schemeClr val="dk1"/>
              </a:buClr>
              <a:buSzPts val="3500"/>
              <a:buFont typeface="Anek Malayalam"/>
              <a:buNone/>
              <a:defRPr sz="3500">
                <a:solidFill>
                  <a:schemeClr val="dk1"/>
                </a:solidFill>
                <a:latin typeface="Anek Malayalam"/>
                <a:ea typeface="Anek Malayalam"/>
                <a:cs typeface="Anek Malayalam"/>
                <a:sym typeface="Anek Malayalam"/>
              </a:defRPr>
            </a:lvl6pPr>
            <a:lvl7pPr lvl="6" rtl="0">
              <a:spcBef>
                <a:spcPts val="0"/>
              </a:spcBef>
              <a:spcAft>
                <a:spcPts val="0"/>
              </a:spcAft>
              <a:buClr>
                <a:schemeClr val="dk1"/>
              </a:buClr>
              <a:buSzPts val="3500"/>
              <a:buFont typeface="Anek Malayalam"/>
              <a:buNone/>
              <a:defRPr sz="3500">
                <a:solidFill>
                  <a:schemeClr val="dk1"/>
                </a:solidFill>
                <a:latin typeface="Anek Malayalam"/>
                <a:ea typeface="Anek Malayalam"/>
                <a:cs typeface="Anek Malayalam"/>
                <a:sym typeface="Anek Malayalam"/>
              </a:defRPr>
            </a:lvl7pPr>
            <a:lvl8pPr lvl="7" rtl="0">
              <a:spcBef>
                <a:spcPts val="0"/>
              </a:spcBef>
              <a:spcAft>
                <a:spcPts val="0"/>
              </a:spcAft>
              <a:buClr>
                <a:schemeClr val="dk1"/>
              </a:buClr>
              <a:buSzPts val="3500"/>
              <a:buFont typeface="Anek Malayalam"/>
              <a:buNone/>
              <a:defRPr sz="3500">
                <a:solidFill>
                  <a:schemeClr val="dk1"/>
                </a:solidFill>
                <a:latin typeface="Anek Malayalam"/>
                <a:ea typeface="Anek Malayalam"/>
                <a:cs typeface="Anek Malayalam"/>
                <a:sym typeface="Anek Malayalam"/>
              </a:defRPr>
            </a:lvl8pPr>
            <a:lvl9pPr lvl="8" rtl="0">
              <a:spcBef>
                <a:spcPts val="0"/>
              </a:spcBef>
              <a:spcAft>
                <a:spcPts val="0"/>
              </a:spcAft>
              <a:buClr>
                <a:schemeClr val="dk1"/>
              </a:buClr>
              <a:buSzPts val="3500"/>
              <a:buFont typeface="Anek Malayalam"/>
              <a:buNone/>
              <a:defRPr sz="3500">
                <a:solidFill>
                  <a:schemeClr val="dk1"/>
                </a:solidFill>
                <a:latin typeface="Anek Malayalam"/>
                <a:ea typeface="Anek Malayalam"/>
                <a:cs typeface="Anek Malayalam"/>
                <a:sym typeface="Anek Malayalam"/>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nek Malayalam"/>
              <a:buChar char="●"/>
              <a:defRPr sz="1200">
                <a:solidFill>
                  <a:schemeClr val="dk1"/>
                </a:solidFill>
                <a:latin typeface="Anek Malayalam"/>
                <a:ea typeface="Anek Malayalam"/>
                <a:cs typeface="Anek Malayalam"/>
                <a:sym typeface="Anek Malayalam"/>
              </a:defRPr>
            </a:lvl1pPr>
            <a:lvl2pPr marL="914400" lvl="1" indent="-304800">
              <a:lnSpc>
                <a:spcPct val="100000"/>
              </a:lnSpc>
              <a:spcBef>
                <a:spcPts val="1600"/>
              </a:spcBef>
              <a:spcAft>
                <a:spcPts val="0"/>
              </a:spcAft>
              <a:buClr>
                <a:schemeClr val="dk1"/>
              </a:buClr>
              <a:buSzPts val="1200"/>
              <a:buFont typeface="Anek Malayalam"/>
              <a:buChar char="○"/>
              <a:defRPr sz="1200">
                <a:solidFill>
                  <a:schemeClr val="dk1"/>
                </a:solidFill>
                <a:latin typeface="Anek Malayalam"/>
                <a:ea typeface="Anek Malayalam"/>
                <a:cs typeface="Anek Malayalam"/>
                <a:sym typeface="Anek Malayalam"/>
              </a:defRPr>
            </a:lvl2pPr>
            <a:lvl3pPr marL="1371600" lvl="2" indent="-304800">
              <a:lnSpc>
                <a:spcPct val="100000"/>
              </a:lnSpc>
              <a:spcBef>
                <a:spcPts val="1600"/>
              </a:spcBef>
              <a:spcAft>
                <a:spcPts val="0"/>
              </a:spcAft>
              <a:buClr>
                <a:schemeClr val="dk1"/>
              </a:buClr>
              <a:buSzPts val="1200"/>
              <a:buFont typeface="Anek Malayalam"/>
              <a:buChar char="■"/>
              <a:defRPr sz="1200">
                <a:solidFill>
                  <a:schemeClr val="dk1"/>
                </a:solidFill>
                <a:latin typeface="Anek Malayalam"/>
                <a:ea typeface="Anek Malayalam"/>
                <a:cs typeface="Anek Malayalam"/>
                <a:sym typeface="Anek Malayalam"/>
              </a:defRPr>
            </a:lvl3pPr>
            <a:lvl4pPr marL="1828800" lvl="3" indent="-304800">
              <a:lnSpc>
                <a:spcPct val="100000"/>
              </a:lnSpc>
              <a:spcBef>
                <a:spcPts val="1600"/>
              </a:spcBef>
              <a:spcAft>
                <a:spcPts val="0"/>
              </a:spcAft>
              <a:buClr>
                <a:schemeClr val="dk1"/>
              </a:buClr>
              <a:buSzPts val="1200"/>
              <a:buFont typeface="Anek Malayalam"/>
              <a:buChar char="●"/>
              <a:defRPr sz="1200">
                <a:solidFill>
                  <a:schemeClr val="dk1"/>
                </a:solidFill>
                <a:latin typeface="Anek Malayalam"/>
                <a:ea typeface="Anek Malayalam"/>
                <a:cs typeface="Anek Malayalam"/>
                <a:sym typeface="Anek Malayalam"/>
              </a:defRPr>
            </a:lvl4pPr>
            <a:lvl5pPr marL="2286000" lvl="4" indent="-304800">
              <a:lnSpc>
                <a:spcPct val="100000"/>
              </a:lnSpc>
              <a:spcBef>
                <a:spcPts val="1600"/>
              </a:spcBef>
              <a:spcAft>
                <a:spcPts val="0"/>
              </a:spcAft>
              <a:buClr>
                <a:schemeClr val="dk1"/>
              </a:buClr>
              <a:buSzPts val="1200"/>
              <a:buFont typeface="Anek Malayalam"/>
              <a:buChar char="○"/>
              <a:defRPr sz="1200">
                <a:solidFill>
                  <a:schemeClr val="dk1"/>
                </a:solidFill>
                <a:latin typeface="Anek Malayalam"/>
                <a:ea typeface="Anek Malayalam"/>
                <a:cs typeface="Anek Malayalam"/>
                <a:sym typeface="Anek Malayalam"/>
              </a:defRPr>
            </a:lvl5pPr>
            <a:lvl6pPr marL="2743200" lvl="5" indent="-304800">
              <a:lnSpc>
                <a:spcPct val="100000"/>
              </a:lnSpc>
              <a:spcBef>
                <a:spcPts val="1600"/>
              </a:spcBef>
              <a:spcAft>
                <a:spcPts val="0"/>
              </a:spcAft>
              <a:buClr>
                <a:schemeClr val="dk1"/>
              </a:buClr>
              <a:buSzPts val="1200"/>
              <a:buFont typeface="Anek Malayalam"/>
              <a:buChar char="■"/>
              <a:defRPr sz="1200">
                <a:solidFill>
                  <a:schemeClr val="dk1"/>
                </a:solidFill>
                <a:latin typeface="Anek Malayalam"/>
                <a:ea typeface="Anek Malayalam"/>
                <a:cs typeface="Anek Malayalam"/>
                <a:sym typeface="Anek Malayalam"/>
              </a:defRPr>
            </a:lvl6pPr>
            <a:lvl7pPr marL="3200400" lvl="6" indent="-304800">
              <a:lnSpc>
                <a:spcPct val="100000"/>
              </a:lnSpc>
              <a:spcBef>
                <a:spcPts val="1600"/>
              </a:spcBef>
              <a:spcAft>
                <a:spcPts val="0"/>
              </a:spcAft>
              <a:buClr>
                <a:schemeClr val="dk1"/>
              </a:buClr>
              <a:buSzPts val="1200"/>
              <a:buFont typeface="Anek Malayalam"/>
              <a:buChar char="●"/>
              <a:defRPr sz="1200">
                <a:solidFill>
                  <a:schemeClr val="dk1"/>
                </a:solidFill>
                <a:latin typeface="Anek Malayalam"/>
                <a:ea typeface="Anek Malayalam"/>
                <a:cs typeface="Anek Malayalam"/>
                <a:sym typeface="Anek Malayalam"/>
              </a:defRPr>
            </a:lvl7pPr>
            <a:lvl8pPr marL="3657600" lvl="7" indent="-304800">
              <a:lnSpc>
                <a:spcPct val="100000"/>
              </a:lnSpc>
              <a:spcBef>
                <a:spcPts val="1600"/>
              </a:spcBef>
              <a:spcAft>
                <a:spcPts val="0"/>
              </a:spcAft>
              <a:buClr>
                <a:schemeClr val="dk1"/>
              </a:buClr>
              <a:buSzPts val="1200"/>
              <a:buFont typeface="Anek Malayalam"/>
              <a:buChar char="○"/>
              <a:defRPr sz="1200">
                <a:solidFill>
                  <a:schemeClr val="dk1"/>
                </a:solidFill>
                <a:latin typeface="Anek Malayalam"/>
                <a:ea typeface="Anek Malayalam"/>
                <a:cs typeface="Anek Malayalam"/>
                <a:sym typeface="Anek Malayalam"/>
              </a:defRPr>
            </a:lvl8pPr>
            <a:lvl9pPr marL="4114800" lvl="8" indent="-304800">
              <a:lnSpc>
                <a:spcPct val="100000"/>
              </a:lnSpc>
              <a:spcBef>
                <a:spcPts val="1600"/>
              </a:spcBef>
              <a:spcAft>
                <a:spcPts val="1600"/>
              </a:spcAft>
              <a:buClr>
                <a:schemeClr val="dk1"/>
              </a:buClr>
              <a:buSzPts val="1200"/>
              <a:buFont typeface="Anek Malayalam"/>
              <a:buChar char="■"/>
              <a:defRPr sz="1200">
                <a:solidFill>
                  <a:schemeClr val="dk1"/>
                </a:solidFill>
                <a:latin typeface="Anek Malayalam"/>
                <a:ea typeface="Anek Malayalam"/>
                <a:cs typeface="Anek Malayalam"/>
                <a:sym typeface="Anek Malayala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3" r:id="rId2"/>
    <p:sldLayoutId id="2147483654" r:id="rId3"/>
    <p:sldLayoutId id="2147483657" r:id="rId4"/>
    <p:sldLayoutId id="2147483658" r:id="rId5"/>
    <p:sldLayoutId id="2147483660" r:id="rId6"/>
    <p:sldLayoutId id="2147483666" r:id="rId7"/>
    <p:sldLayoutId id="2147483667" r:id="rId8"/>
    <p:sldLayoutId id="2147483669" r:id="rId9"/>
    <p:sldLayoutId id="2147483676" r:id="rId10"/>
    <p:sldLayoutId id="2147483682" r:id="rId11"/>
    <p:sldLayoutId id="214748368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41"/>
          <p:cNvSpPr txBox="1">
            <a:spLocks noGrp="1"/>
          </p:cNvSpPr>
          <p:nvPr>
            <p:ph type="ctrTitle"/>
          </p:nvPr>
        </p:nvSpPr>
        <p:spPr>
          <a:xfrm>
            <a:off x="634754" y="1209171"/>
            <a:ext cx="4256700" cy="2581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5400" b="1" dirty="0"/>
              <a:t>Postpartum Depression</a:t>
            </a:r>
            <a:r>
              <a:rPr lang="en" sz="5400" dirty="0"/>
              <a:t> </a:t>
            </a:r>
            <a:r>
              <a:rPr lang="en" sz="4400" dirty="0"/>
              <a:t>Prediction</a:t>
            </a:r>
            <a:endParaRPr sz="4400" dirty="0"/>
          </a:p>
        </p:txBody>
      </p:sp>
      <p:pic>
        <p:nvPicPr>
          <p:cNvPr id="314" name="Google Shape;314;p41"/>
          <p:cNvPicPr preferRelativeResize="0"/>
          <p:nvPr/>
        </p:nvPicPr>
        <p:blipFill rotWithShape="1">
          <a:blip r:embed="rId3">
            <a:alphaModFix/>
          </a:blip>
          <a:srcRect l="25314" r="25319"/>
          <a:stretch/>
        </p:blipFill>
        <p:spPr>
          <a:xfrm rot="1800027">
            <a:off x="5325104" y="927238"/>
            <a:ext cx="2435967" cy="3289023"/>
          </a:xfrm>
          <a:prstGeom prst="ellipse">
            <a:avLst/>
          </a:prstGeom>
          <a:noFill/>
          <a:ln w="152400" cap="flat" cmpd="sng">
            <a:solidFill>
              <a:schemeClr val="dk2"/>
            </a:solidFill>
            <a:prstDash val="solid"/>
            <a:round/>
            <a:headEnd type="none" w="sm" len="sm"/>
            <a:tailEnd type="none" w="sm" len="sm"/>
          </a:ln>
        </p:spPr>
      </p:pic>
      <p:cxnSp>
        <p:nvCxnSpPr>
          <p:cNvPr id="315" name="Google Shape;315;p41"/>
          <p:cNvCxnSpPr/>
          <p:nvPr/>
        </p:nvCxnSpPr>
        <p:spPr>
          <a:xfrm>
            <a:off x="741538" y="3613488"/>
            <a:ext cx="3881400" cy="0"/>
          </a:xfrm>
          <a:prstGeom prst="straightConnector1">
            <a:avLst/>
          </a:prstGeom>
          <a:noFill/>
          <a:ln w="9525" cap="flat" cmpd="sng">
            <a:solidFill>
              <a:schemeClr val="dk1"/>
            </a:solidFill>
            <a:prstDash val="solid"/>
            <a:round/>
            <a:headEnd type="none" w="med" len="med"/>
            <a:tailEnd type="none" w="med" len="med"/>
          </a:ln>
        </p:spPr>
      </p:cxnSp>
      <p:sp>
        <p:nvSpPr>
          <p:cNvPr id="316" name="Google Shape;316;p41"/>
          <p:cNvSpPr/>
          <p:nvPr/>
        </p:nvSpPr>
        <p:spPr>
          <a:xfrm>
            <a:off x="7626100" y="-472775"/>
            <a:ext cx="1776900" cy="1776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312;p41">
            <a:extLst>
              <a:ext uri="{FF2B5EF4-FFF2-40B4-BE49-F238E27FC236}">
                <a16:creationId xmlns:a16="http://schemas.microsoft.com/office/drawing/2014/main" id="{F49C5AAF-89D4-41F2-3083-775BC03409E4}"/>
              </a:ext>
            </a:extLst>
          </p:cNvPr>
          <p:cNvSpPr txBox="1">
            <a:spLocks/>
          </p:cNvSpPr>
          <p:nvPr/>
        </p:nvSpPr>
        <p:spPr>
          <a:xfrm>
            <a:off x="677836" y="3754701"/>
            <a:ext cx="4256700" cy="125721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Anek Malayalam"/>
              <a:buNone/>
              <a:defRPr sz="8500" b="0" i="0" u="none" strike="noStrike" cap="none">
                <a:solidFill>
                  <a:schemeClr val="dk1"/>
                </a:solidFill>
                <a:latin typeface="Anek Malayalam"/>
                <a:ea typeface="Anek Malayalam"/>
                <a:cs typeface="Anek Malayalam"/>
                <a:sym typeface="Anek Malayalam"/>
              </a:defRPr>
            </a:lvl1pPr>
            <a:lvl2pPr marR="0" lvl="1" algn="ctr" rtl="0">
              <a:lnSpc>
                <a:spcPct val="100000"/>
              </a:lnSpc>
              <a:spcBef>
                <a:spcPts val="0"/>
              </a:spcBef>
              <a:spcAft>
                <a:spcPts val="0"/>
              </a:spcAft>
              <a:buClr>
                <a:schemeClr val="dk1"/>
              </a:buClr>
              <a:buSzPts val="5200"/>
              <a:buFont typeface="Anek Malayalam"/>
              <a:buNone/>
              <a:defRPr sz="5200" b="0" i="0" u="none" strike="noStrike" cap="none">
                <a:solidFill>
                  <a:schemeClr val="dk1"/>
                </a:solidFill>
                <a:latin typeface="Anek Malayalam"/>
                <a:ea typeface="Anek Malayalam"/>
                <a:cs typeface="Anek Malayalam"/>
                <a:sym typeface="Anek Malayalam"/>
              </a:defRPr>
            </a:lvl2pPr>
            <a:lvl3pPr marR="0" lvl="2" algn="ctr" rtl="0">
              <a:lnSpc>
                <a:spcPct val="100000"/>
              </a:lnSpc>
              <a:spcBef>
                <a:spcPts val="0"/>
              </a:spcBef>
              <a:spcAft>
                <a:spcPts val="0"/>
              </a:spcAft>
              <a:buClr>
                <a:schemeClr val="dk1"/>
              </a:buClr>
              <a:buSzPts val="5200"/>
              <a:buFont typeface="Anek Malayalam"/>
              <a:buNone/>
              <a:defRPr sz="5200" b="0" i="0" u="none" strike="noStrike" cap="none">
                <a:solidFill>
                  <a:schemeClr val="dk1"/>
                </a:solidFill>
                <a:latin typeface="Anek Malayalam"/>
                <a:ea typeface="Anek Malayalam"/>
                <a:cs typeface="Anek Malayalam"/>
                <a:sym typeface="Anek Malayalam"/>
              </a:defRPr>
            </a:lvl3pPr>
            <a:lvl4pPr marR="0" lvl="3" algn="ctr" rtl="0">
              <a:lnSpc>
                <a:spcPct val="100000"/>
              </a:lnSpc>
              <a:spcBef>
                <a:spcPts val="0"/>
              </a:spcBef>
              <a:spcAft>
                <a:spcPts val="0"/>
              </a:spcAft>
              <a:buClr>
                <a:schemeClr val="dk1"/>
              </a:buClr>
              <a:buSzPts val="5200"/>
              <a:buFont typeface="Anek Malayalam"/>
              <a:buNone/>
              <a:defRPr sz="5200" b="0" i="0" u="none" strike="noStrike" cap="none">
                <a:solidFill>
                  <a:schemeClr val="dk1"/>
                </a:solidFill>
                <a:latin typeface="Anek Malayalam"/>
                <a:ea typeface="Anek Malayalam"/>
                <a:cs typeface="Anek Malayalam"/>
                <a:sym typeface="Anek Malayalam"/>
              </a:defRPr>
            </a:lvl4pPr>
            <a:lvl5pPr marR="0" lvl="4" algn="ctr" rtl="0">
              <a:lnSpc>
                <a:spcPct val="100000"/>
              </a:lnSpc>
              <a:spcBef>
                <a:spcPts val="0"/>
              </a:spcBef>
              <a:spcAft>
                <a:spcPts val="0"/>
              </a:spcAft>
              <a:buClr>
                <a:schemeClr val="dk1"/>
              </a:buClr>
              <a:buSzPts val="5200"/>
              <a:buFont typeface="Anek Malayalam"/>
              <a:buNone/>
              <a:defRPr sz="5200" b="0" i="0" u="none" strike="noStrike" cap="none">
                <a:solidFill>
                  <a:schemeClr val="dk1"/>
                </a:solidFill>
                <a:latin typeface="Anek Malayalam"/>
                <a:ea typeface="Anek Malayalam"/>
                <a:cs typeface="Anek Malayalam"/>
                <a:sym typeface="Anek Malayalam"/>
              </a:defRPr>
            </a:lvl5pPr>
            <a:lvl6pPr marR="0" lvl="5" algn="ctr" rtl="0">
              <a:lnSpc>
                <a:spcPct val="100000"/>
              </a:lnSpc>
              <a:spcBef>
                <a:spcPts val="0"/>
              </a:spcBef>
              <a:spcAft>
                <a:spcPts val="0"/>
              </a:spcAft>
              <a:buClr>
                <a:schemeClr val="dk1"/>
              </a:buClr>
              <a:buSzPts val="5200"/>
              <a:buFont typeface="Anek Malayalam"/>
              <a:buNone/>
              <a:defRPr sz="5200" b="0" i="0" u="none" strike="noStrike" cap="none">
                <a:solidFill>
                  <a:schemeClr val="dk1"/>
                </a:solidFill>
                <a:latin typeface="Anek Malayalam"/>
                <a:ea typeface="Anek Malayalam"/>
                <a:cs typeface="Anek Malayalam"/>
                <a:sym typeface="Anek Malayalam"/>
              </a:defRPr>
            </a:lvl6pPr>
            <a:lvl7pPr marR="0" lvl="6" algn="ctr" rtl="0">
              <a:lnSpc>
                <a:spcPct val="100000"/>
              </a:lnSpc>
              <a:spcBef>
                <a:spcPts val="0"/>
              </a:spcBef>
              <a:spcAft>
                <a:spcPts val="0"/>
              </a:spcAft>
              <a:buClr>
                <a:schemeClr val="dk1"/>
              </a:buClr>
              <a:buSzPts val="5200"/>
              <a:buFont typeface="Anek Malayalam"/>
              <a:buNone/>
              <a:defRPr sz="5200" b="0" i="0" u="none" strike="noStrike" cap="none">
                <a:solidFill>
                  <a:schemeClr val="dk1"/>
                </a:solidFill>
                <a:latin typeface="Anek Malayalam"/>
                <a:ea typeface="Anek Malayalam"/>
                <a:cs typeface="Anek Malayalam"/>
                <a:sym typeface="Anek Malayalam"/>
              </a:defRPr>
            </a:lvl7pPr>
            <a:lvl8pPr marR="0" lvl="7" algn="ctr" rtl="0">
              <a:lnSpc>
                <a:spcPct val="100000"/>
              </a:lnSpc>
              <a:spcBef>
                <a:spcPts val="0"/>
              </a:spcBef>
              <a:spcAft>
                <a:spcPts val="0"/>
              </a:spcAft>
              <a:buClr>
                <a:schemeClr val="dk1"/>
              </a:buClr>
              <a:buSzPts val="5200"/>
              <a:buFont typeface="Anek Malayalam"/>
              <a:buNone/>
              <a:defRPr sz="5200" b="0" i="0" u="none" strike="noStrike" cap="none">
                <a:solidFill>
                  <a:schemeClr val="dk1"/>
                </a:solidFill>
                <a:latin typeface="Anek Malayalam"/>
                <a:ea typeface="Anek Malayalam"/>
                <a:cs typeface="Anek Malayalam"/>
                <a:sym typeface="Anek Malayalam"/>
              </a:defRPr>
            </a:lvl8pPr>
            <a:lvl9pPr marR="0" lvl="8" algn="ctr" rtl="0">
              <a:lnSpc>
                <a:spcPct val="100000"/>
              </a:lnSpc>
              <a:spcBef>
                <a:spcPts val="0"/>
              </a:spcBef>
              <a:spcAft>
                <a:spcPts val="0"/>
              </a:spcAft>
              <a:buClr>
                <a:schemeClr val="dk1"/>
              </a:buClr>
              <a:buSzPts val="5200"/>
              <a:buFont typeface="Anek Malayalam"/>
              <a:buNone/>
              <a:defRPr sz="5200" b="0" i="0" u="none" strike="noStrike" cap="none">
                <a:solidFill>
                  <a:schemeClr val="dk1"/>
                </a:solidFill>
                <a:latin typeface="Anek Malayalam"/>
                <a:ea typeface="Anek Malayalam"/>
                <a:cs typeface="Anek Malayalam"/>
                <a:sym typeface="Anek Malayalam"/>
              </a:defRPr>
            </a:lvl9pPr>
          </a:lstStyle>
          <a:p>
            <a:r>
              <a:rPr lang="en-US" sz="1200" b="1" dirty="0"/>
              <a:t>MD Tahiadur Rahman </a:t>
            </a:r>
            <a:r>
              <a:rPr lang="en-US" sz="1200" dirty="0"/>
              <a:t>(20200204003)</a:t>
            </a:r>
          </a:p>
          <a:p>
            <a:r>
              <a:rPr lang="en-US" sz="1200" b="1" dirty="0"/>
              <a:t>Adiba Amin </a:t>
            </a:r>
            <a:r>
              <a:rPr lang="en-US" sz="1200" dirty="0"/>
              <a:t>(20200204012)</a:t>
            </a:r>
            <a:endParaRPr lang="en-US" sz="1200" b="1" dirty="0"/>
          </a:p>
          <a:p>
            <a:r>
              <a:rPr lang="en-US" sz="1200" b="1" dirty="0"/>
              <a:t>MD Rafiu Alam Rafi </a:t>
            </a:r>
            <a:r>
              <a:rPr lang="en-US" sz="1200" dirty="0"/>
              <a:t>(20200204051)</a:t>
            </a:r>
          </a:p>
          <a:p>
            <a:endParaRPr lang="en-US" sz="14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2" name="Google Shape;383;p46">
            <a:extLst>
              <a:ext uri="{FF2B5EF4-FFF2-40B4-BE49-F238E27FC236}">
                <a16:creationId xmlns:a16="http://schemas.microsoft.com/office/drawing/2014/main" id="{8309E4A2-A5D3-A015-EFBE-ABC7E868CC6A}"/>
              </a:ext>
            </a:extLst>
          </p:cNvPr>
          <p:cNvSpPr/>
          <p:nvPr/>
        </p:nvSpPr>
        <p:spPr>
          <a:xfrm rot="13552272">
            <a:off x="7430804" y="3179390"/>
            <a:ext cx="681829" cy="875335"/>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383;p46">
            <a:extLst>
              <a:ext uri="{FF2B5EF4-FFF2-40B4-BE49-F238E27FC236}">
                <a16:creationId xmlns:a16="http://schemas.microsoft.com/office/drawing/2014/main" id="{D35BFA48-6C96-9F10-EE8F-1290B769A496}"/>
              </a:ext>
            </a:extLst>
          </p:cNvPr>
          <p:cNvSpPr/>
          <p:nvPr/>
        </p:nvSpPr>
        <p:spPr>
          <a:xfrm rot="13552272">
            <a:off x="1017217" y="3162176"/>
            <a:ext cx="681829" cy="875335"/>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383;p46">
            <a:extLst>
              <a:ext uri="{FF2B5EF4-FFF2-40B4-BE49-F238E27FC236}">
                <a16:creationId xmlns:a16="http://schemas.microsoft.com/office/drawing/2014/main" id="{E8CB2C0B-78D6-1445-9910-23EFBF4D7305}"/>
              </a:ext>
            </a:extLst>
          </p:cNvPr>
          <p:cNvSpPr/>
          <p:nvPr/>
        </p:nvSpPr>
        <p:spPr>
          <a:xfrm rot="13552272">
            <a:off x="3053249" y="3162176"/>
            <a:ext cx="681829" cy="875335"/>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383;p46">
            <a:extLst>
              <a:ext uri="{FF2B5EF4-FFF2-40B4-BE49-F238E27FC236}">
                <a16:creationId xmlns:a16="http://schemas.microsoft.com/office/drawing/2014/main" id="{60C5F39E-7816-14A0-B477-04C5E569BC31}"/>
              </a:ext>
            </a:extLst>
          </p:cNvPr>
          <p:cNvSpPr/>
          <p:nvPr/>
        </p:nvSpPr>
        <p:spPr>
          <a:xfrm rot="13552272">
            <a:off x="5321634" y="3179390"/>
            <a:ext cx="681829" cy="875335"/>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383;p46">
            <a:extLst>
              <a:ext uri="{FF2B5EF4-FFF2-40B4-BE49-F238E27FC236}">
                <a16:creationId xmlns:a16="http://schemas.microsoft.com/office/drawing/2014/main" id="{65B5AEA4-174D-C10B-6D88-0A3B0EDD8A9E}"/>
              </a:ext>
            </a:extLst>
          </p:cNvPr>
          <p:cNvSpPr/>
          <p:nvPr/>
        </p:nvSpPr>
        <p:spPr>
          <a:xfrm rot="13552272">
            <a:off x="6457560" y="1723694"/>
            <a:ext cx="681829" cy="875335"/>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383;p46">
            <a:extLst>
              <a:ext uri="{FF2B5EF4-FFF2-40B4-BE49-F238E27FC236}">
                <a16:creationId xmlns:a16="http://schemas.microsoft.com/office/drawing/2014/main" id="{5EBEAB13-D30D-89F5-1E9B-B3FF95B0E521}"/>
              </a:ext>
            </a:extLst>
          </p:cNvPr>
          <p:cNvSpPr/>
          <p:nvPr/>
        </p:nvSpPr>
        <p:spPr>
          <a:xfrm rot="13552272">
            <a:off x="4153433" y="1714964"/>
            <a:ext cx="681829" cy="875335"/>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3" name="Google Shape;383;p46"/>
          <p:cNvSpPr/>
          <p:nvPr/>
        </p:nvSpPr>
        <p:spPr>
          <a:xfrm rot="13552272">
            <a:off x="1863994" y="1705129"/>
            <a:ext cx="681829" cy="875335"/>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0" name="Google Shape;370;p46"/>
          <p:cNvSpPr txBox="1">
            <a:spLocks noGrp="1"/>
          </p:cNvSpPr>
          <p:nvPr>
            <p:ph type="title"/>
          </p:nvPr>
        </p:nvSpPr>
        <p:spPr>
          <a:xfrm>
            <a:off x="231661" y="445025"/>
            <a:ext cx="8881115"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Table of Contents</a:t>
            </a:r>
            <a:endParaRPr dirty="0"/>
          </a:p>
        </p:txBody>
      </p:sp>
      <p:sp>
        <p:nvSpPr>
          <p:cNvPr id="371" name="Google Shape;371;p46"/>
          <p:cNvSpPr txBox="1">
            <a:spLocks noGrp="1"/>
          </p:cNvSpPr>
          <p:nvPr>
            <p:ph type="subTitle" idx="7"/>
          </p:nvPr>
        </p:nvSpPr>
        <p:spPr>
          <a:xfrm>
            <a:off x="1065737" y="1896583"/>
            <a:ext cx="2336400" cy="381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111111"/>
                </a:solidFill>
              </a:rPr>
              <a:t>Introduction</a:t>
            </a:r>
            <a:endParaRPr dirty="0"/>
          </a:p>
        </p:txBody>
      </p:sp>
      <p:sp>
        <p:nvSpPr>
          <p:cNvPr id="378" name="Google Shape;378;p46"/>
          <p:cNvSpPr txBox="1">
            <a:spLocks noGrp="1"/>
          </p:cNvSpPr>
          <p:nvPr>
            <p:ph type="subTitle" idx="8"/>
          </p:nvPr>
        </p:nvSpPr>
        <p:spPr>
          <a:xfrm>
            <a:off x="3326148" y="1889204"/>
            <a:ext cx="2336400" cy="381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111111"/>
                </a:solidFill>
              </a:rPr>
              <a:t>Motivation</a:t>
            </a:r>
            <a:endParaRPr dirty="0"/>
          </a:p>
        </p:txBody>
      </p:sp>
      <p:sp>
        <p:nvSpPr>
          <p:cNvPr id="379" name="Google Shape;379;p46"/>
          <p:cNvSpPr txBox="1">
            <a:spLocks noGrp="1"/>
          </p:cNvSpPr>
          <p:nvPr>
            <p:ph type="subTitle" idx="9"/>
          </p:nvPr>
        </p:nvSpPr>
        <p:spPr>
          <a:xfrm>
            <a:off x="5662548" y="1770245"/>
            <a:ext cx="2336400" cy="381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111111"/>
                </a:solidFill>
              </a:rPr>
              <a:t>Literature </a:t>
            </a:r>
          </a:p>
          <a:p>
            <a:pPr marL="0" lvl="0" indent="0" algn="ctr" rtl="0">
              <a:spcBef>
                <a:spcPts val="0"/>
              </a:spcBef>
              <a:spcAft>
                <a:spcPts val="0"/>
              </a:spcAft>
              <a:buNone/>
            </a:pPr>
            <a:r>
              <a:rPr lang="en" dirty="0">
                <a:solidFill>
                  <a:srgbClr val="111111"/>
                </a:solidFill>
              </a:rPr>
              <a:t>Review</a:t>
            </a:r>
            <a:endParaRPr dirty="0"/>
          </a:p>
        </p:txBody>
      </p:sp>
      <p:sp>
        <p:nvSpPr>
          <p:cNvPr id="380" name="Google Shape;380;p46"/>
          <p:cNvSpPr txBox="1">
            <a:spLocks noGrp="1"/>
          </p:cNvSpPr>
          <p:nvPr>
            <p:ph type="subTitle" idx="13"/>
          </p:nvPr>
        </p:nvSpPr>
        <p:spPr>
          <a:xfrm>
            <a:off x="231662" y="3364890"/>
            <a:ext cx="2336400" cy="381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Methodology</a:t>
            </a:r>
            <a:endParaRPr dirty="0"/>
          </a:p>
        </p:txBody>
      </p:sp>
      <p:sp>
        <p:nvSpPr>
          <p:cNvPr id="381" name="Google Shape;381;p46"/>
          <p:cNvSpPr txBox="1">
            <a:spLocks noGrp="1"/>
          </p:cNvSpPr>
          <p:nvPr>
            <p:ph type="subTitle" idx="14"/>
          </p:nvPr>
        </p:nvSpPr>
        <p:spPr>
          <a:xfrm>
            <a:off x="2233937" y="3212228"/>
            <a:ext cx="2336400" cy="381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Result &amp; Comparison</a:t>
            </a:r>
            <a:endParaRPr dirty="0"/>
          </a:p>
        </p:txBody>
      </p:sp>
      <p:sp>
        <p:nvSpPr>
          <p:cNvPr id="382" name="Google Shape;382;p46"/>
          <p:cNvSpPr txBox="1">
            <a:spLocks noGrp="1"/>
          </p:cNvSpPr>
          <p:nvPr>
            <p:ph type="subTitle" idx="15"/>
          </p:nvPr>
        </p:nvSpPr>
        <p:spPr>
          <a:xfrm>
            <a:off x="6928787" y="3347597"/>
            <a:ext cx="1837051" cy="381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Conclusion</a:t>
            </a:r>
            <a:endParaRPr dirty="0"/>
          </a:p>
        </p:txBody>
      </p:sp>
      <p:sp>
        <p:nvSpPr>
          <p:cNvPr id="4" name="Google Shape;382;p46">
            <a:extLst>
              <a:ext uri="{FF2B5EF4-FFF2-40B4-BE49-F238E27FC236}">
                <a16:creationId xmlns:a16="http://schemas.microsoft.com/office/drawing/2014/main" id="{353F6447-8EE4-89E0-56F7-7EE32B3E01BB}"/>
              </a:ext>
            </a:extLst>
          </p:cNvPr>
          <p:cNvSpPr txBox="1">
            <a:spLocks/>
          </p:cNvSpPr>
          <p:nvPr/>
        </p:nvSpPr>
        <p:spPr>
          <a:xfrm>
            <a:off x="4494348" y="3254195"/>
            <a:ext cx="2336400" cy="381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2400"/>
              <a:buFont typeface="Bebas Neue"/>
              <a:buNone/>
              <a:defRPr sz="2000" b="0" i="0" u="none" strike="noStrike" cap="none">
                <a:solidFill>
                  <a:srgbClr val="111111"/>
                </a:solidFill>
                <a:latin typeface="Anek Malayalam Medium"/>
                <a:ea typeface="Anek Malayalam Medium"/>
                <a:cs typeface="Anek Malayalam Medium"/>
                <a:sym typeface="Anek Malayalam Medium"/>
              </a:defRPr>
            </a:lvl1pPr>
            <a:lvl2pPr marL="914400" marR="0" lvl="1"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2pPr>
            <a:lvl3pPr marL="1371600" marR="0" lvl="2"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3pPr>
            <a:lvl4pPr marL="1828800" marR="0" lvl="3"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4pPr>
            <a:lvl5pPr marL="2286000" marR="0" lvl="4"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5pPr>
            <a:lvl6pPr marL="2743200" marR="0" lvl="5"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6pPr>
            <a:lvl7pPr marL="3200400" marR="0" lvl="6"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7pPr>
            <a:lvl8pPr marL="3657600" marR="0" lvl="7"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8pPr>
            <a:lvl9pPr marL="4114800" marR="0" lvl="8" indent="-304800" algn="ctr" rtl="0">
              <a:lnSpc>
                <a:spcPct val="100000"/>
              </a:lnSpc>
              <a:spcBef>
                <a:spcPts val="0"/>
              </a:spcBef>
              <a:spcAft>
                <a:spcPts val="0"/>
              </a:spcAft>
              <a:buClr>
                <a:schemeClr val="dk1"/>
              </a:buClr>
              <a:buSzPts val="2400"/>
              <a:buFont typeface="Bebas Neue"/>
              <a:buNone/>
              <a:defRPr sz="2400" b="0" i="0" u="none" strike="noStrike" cap="none">
                <a:solidFill>
                  <a:schemeClr val="dk1"/>
                </a:solidFill>
                <a:latin typeface="Bebas Neue"/>
                <a:ea typeface="Bebas Neue"/>
                <a:cs typeface="Bebas Neue"/>
                <a:sym typeface="Bebas Neue"/>
              </a:defRPr>
            </a:lvl9pPr>
          </a:lstStyle>
          <a:p>
            <a:pPr marL="0" indent="0"/>
            <a:r>
              <a:rPr lang="en-US" dirty="0"/>
              <a:t>Limitations &amp;</a:t>
            </a:r>
          </a:p>
          <a:p>
            <a:pPr marL="0" indent="0"/>
            <a:r>
              <a:rPr lang="en-US" dirty="0"/>
              <a:t>Future Work</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56"/>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8800" dirty="0"/>
              <a:t>Introduction</a:t>
            </a:r>
            <a:endParaRPr sz="88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Introduction</a:t>
            </a:r>
            <a:endParaRPr dirty="0"/>
          </a:p>
        </p:txBody>
      </p:sp>
      <p:sp>
        <p:nvSpPr>
          <p:cNvPr id="354" name="Google Shape;354;p44"/>
          <p:cNvSpPr txBox="1">
            <a:spLocks noGrp="1"/>
          </p:cNvSpPr>
          <p:nvPr>
            <p:ph type="body" idx="1"/>
          </p:nvPr>
        </p:nvSpPr>
        <p:spPr>
          <a:xfrm>
            <a:off x="720000" y="1670553"/>
            <a:ext cx="3936749" cy="31971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dirty="0">
                <a:solidFill>
                  <a:schemeClr val="dk1"/>
                </a:solidFill>
              </a:rPr>
              <a:t>This analysis examines postpartum depression and its link to suicide. By identifying key risk factors, we aim to develop targeted interventions to prevent these tragic outcomes among new mothers. Understanding these elements is crucial for improving maternal mental health and ensuring the well-being of both mothers and their families.</a:t>
            </a:r>
            <a:endParaRPr dirty="0">
              <a:solidFill>
                <a:schemeClr val="dk1"/>
              </a:solidFill>
            </a:endParaRPr>
          </a:p>
        </p:txBody>
      </p:sp>
      <p:pic>
        <p:nvPicPr>
          <p:cNvPr id="355" name="Google Shape;355;p44"/>
          <p:cNvPicPr preferRelativeResize="0"/>
          <p:nvPr/>
        </p:nvPicPr>
        <p:blipFill rotWithShape="1">
          <a:blip r:embed="rId3">
            <a:alphaModFix/>
          </a:blip>
          <a:srcRect l="25314" r="25319"/>
          <a:stretch/>
        </p:blipFill>
        <p:spPr>
          <a:xfrm rot="-1799998" flipH="1">
            <a:off x="5285175" y="484169"/>
            <a:ext cx="3092403" cy="4175161"/>
          </a:xfrm>
          <a:prstGeom prst="ellipse">
            <a:avLst/>
          </a:prstGeom>
          <a:noFill/>
          <a:ln w="152400" cap="flat" cmpd="sng">
            <a:solidFill>
              <a:schemeClr val="dk2"/>
            </a:solidFill>
            <a:prstDash val="solid"/>
            <a:round/>
            <a:headEnd type="none" w="sm" len="sm"/>
            <a:tailEnd type="none" w="sm" len="sm"/>
          </a:ln>
        </p:spPr>
      </p:pic>
      <p:sp>
        <p:nvSpPr>
          <p:cNvPr id="356" name="Google Shape;356;p44"/>
          <p:cNvSpPr/>
          <p:nvPr/>
        </p:nvSpPr>
        <p:spPr>
          <a:xfrm rot="8081158" flipH="1">
            <a:off x="7890802" y="565878"/>
            <a:ext cx="1819060" cy="83369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44"/>
          <p:cNvSpPr/>
          <p:nvPr/>
        </p:nvSpPr>
        <p:spPr>
          <a:xfrm rot="8081158" flipH="1">
            <a:off x="7870241" y="451825"/>
            <a:ext cx="1819060" cy="83369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56"/>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8800" dirty="0"/>
              <a:t>Motivation</a:t>
            </a:r>
            <a:endParaRPr sz="8800" dirty="0"/>
          </a:p>
        </p:txBody>
      </p:sp>
    </p:spTree>
    <p:extLst>
      <p:ext uri="{BB962C8B-B14F-4D97-AF65-F5344CB8AC3E}">
        <p14:creationId xmlns:p14="http://schemas.microsoft.com/office/powerpoint/2010/main" val="3792534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40" name="Google Shape;540;p51"/>
          <p:cNvSpPr txBox="1">
            <a:spLocks noGrp="1"/>
          </p:cNvSpPr>
          <p:nvPr>
            <p:ph type="subTitle" idx="1"/>
          </p:nvPr>
        </p:nvSpPr>
        <p:spPr>
          <a:xfrm>
            <a:off x="525169" y="664613"/>
            <a:ext cx="4292158" cy="3760189"/>
          </a:xfrm>
          <a:prstGeom prst="rect">
            <a:avLst/>
          </a:prstGeom>
        </p:spPr>
        <p:txBody>
          <a:bodyPr spcFirstLastPara="1" wrap="square" lIns="91425" tIns="91425" rIns="91425" bIns="91425" anchor="b" anchorCtr="0">
            <a:noAutofit/>
          </a:bodyPr>
          <a:lstStyle/>
          <a:p>
            <a:pPr marL="0" lvl="0" indent="0" rtl="0">
              <a:spcBef>
                <a:spcPts val="0"/>
              </a:spcBef>
              <a:spcAft>
                <a:spcPts val="0"/>
              </a:spcAft>
            </a:pPr>
            <a:r>
              <a:rPr lang="en-US" sz="3200" dirty="0">
                <a:latin typeface="Anek Malayalam" panose="020B0604020202020204" charset="0"/>
                <a:cs typeface="Anek Malayalam" panose="020B0604020202020204" charset="0"/>
              </a:rPr>
              <a:t>Motivation</a:t>
            </a:r>
          </a:p>
          <a:p>
            <a:pPr marL="0" lvl="0" indent="0" rtl="0">
              <a:spcBef>
                <a:spcPts val="0"/>
              </a:spcBef>
              <a:spcAft>
                <a:spcPts val="0"/>
              </a:spcAft>
            </a:pPr>
            <a:endParaRPr lang="en-US" sz="1400" b="1" dirty="0">
              <a:latin typeface="Anek Malayalam" panose="020B0604020202020204" charset="0"/>
              <a:cs typeface="Anek Malayalam" panose="020B0604020202020204" charset="0"/>
            </a:endParaRPr>
          </a:p>
          <a:p>
            <a:pPr marL="0" lvl="0" indent="0" rtl="0">
              <a:spcBef>
                <a:spcPts val="0"/>
              </a:spcBef>
              <a:spcAft>
                <a:spcPts val="0"/>
              </a:spcAft>
            </a:pPr>
            <a:endParaRPr lang="en-US" sz="1400" b="1" dirty="0">
              <a:latin typeface="Anek Malayalam" panose="020B0604020202020204" charset="0"/>
              <a:cs typeface="Anek Malayalam" panose="020B0604020202020204" charset="0"/>
            </a:endParaRPr>
          </a:p>
          <a:p>
            <a:pPr marL="0" lvl="0" indent="0" rtl="0">
              <a:spcBef>
                <a:spcPts val="0"/>
              </a:spcBef>
              <a:spcAft>
                <a:spcPts val="0"/>
              </a:spcAft>
            </a:pPr>
            <a:r>
              <a:rPr lang="en-US" sz="1400" b="1" dirty="0">
                <a:latin typeface="Anek Malayalam" panose="020B0604020202020204" charset="0"/>
                <a:cs typeface="Anek Malayalam" panose="020B0604020202020204" charset="0"/>
              </a:rPr>
              <a:t>Significant Impact: </a:t>
            </a:r>
            <a:r>
              <a:rPr lang="en-US" sz="1400" dirty="0">
                <a:latin typeface="Anek Malayalam" panose="020B0604020202020204" charset="0"/>
                <a:cs typeface="Anek Malayalam" panose="020B0604020202020204" charset="0"/>
              </a:rPr>
              <a:t>PPD affects many new mothers, leading to sadness, anxiety, and exhaustion.</a:t>
            </a:r>
          </a:p>
          <a:p>
            <a:pPr marL="0" lvl="0" indent="0" rtl="0">
              <a:spcBef>
                <a:spcPts val="0"/>
              </a:spcBef>
              <a:spcAft>
                <a:spcPts val="0"/>
              </a:spcAft>
            </a:pPr>
            <a:endParaRPr lang="en-US" sz="1400" dirty="0">
              <a:latin typeface="Anek Malayalam" panose="020B0604020202020204" charset="0"/>
              <a:cs typeface="Anek Malayalam" panose="020B0604020202020204" charset="0"/>
            </a:endParaRPr>
          </a:p>
          <a:p>
            <a:pPr marL="0" lvl="0" indent="0" rtl="0">
              <a:spcBef>
                <a:spcPts val="0"/>
              </a:spcBef>
              <a:spcAft>
                <a:spcPts val="0"/>
              </a:spcAft>
            </a:pPr>
            <a:r>
              <a:rPr lang="en-US" sz="1400" b="1" dirty="0">
                <a:latin typeface="Anek Malayalam" panose="020B0604020202020204" charset="0"/>
                <a:cs typeface="Anek Malayalam" panose="020B0604020202020204" charset="0"/>
              </a:rPr>
              <a:t>Early Detection Crucial: </a:t>
            </a:r>
            <a:r>
              <a:rPr lang="en-US" sz="1400" dirty="0">
                <a:latin typeface="Anek Malayalam" panose="020B0604020202020204" charset="0"/>
                <a:cs typeface="Anek Malayalam" panose="020B0604020202020204" charset="0"/>
              </a:rPr>
              <a:t>Vital for the health and well-being of both mother and baby.</a:t>
            </a:r>
          </a:p>
          <a:p>
            <a:pPr marL="0" lvl="0" indent="0" rtl="0">
              <a:spcBef>
                <a:spcPts val="0"/>
              </a:spcBef>
              <a:spcAft>
                <a:spcPts val="0"/>
              </a:spcAft>
            </a:pPr>
            <a:endParaRPr lang="en-US" sz="1400" b="1" dirty="0">
              <a:latin typeface="Anek Malayalam" panose="020B0604020202020204" charset="0"/>
              <a:cs typeface="Anek Malayalam" panose="020B0604020202020204" charset="0"/>
            </a:endParaRPr>
          </a:p>
          <a:p>
            <a:pPr marL="0" lvl="0" indent="0" rtl="0">
              <a:spcBef>
                <a:spcPts val="0"/>
              </a:spcBef>
              <a:spcAft>
                <a:spcPts val="0"/>
              </a:spcAft>
            </a:pPr>
            <a:r>
              <a:rPr lang="en-US" sz="1400" b="1" dirty="0">
                <a:latin typeface="Anek Malayalam" panose="020B0604020202020204" charset="0"/>
                <a:cs typeface="Anek Malayalam" panose="020B0604020202020204" charset="0"/>
              </a:rPr>
              <a:t>Current Challenges:</a:t>
            </a:r>
          </a:p>
          <a:p>
            <a:pPr marL="0" lvl="0" indent="0" rtl="0">
              <a:spcBef>
                <a:spcPts val="0"/>
              </a:spcBef>
              <a:spcAft>
                <a:spcPts val="0"/>
              </a:spcAft>
            </a:pPr>
            <a:endParaRPr lang="en-US" sz="1400" b="1" dirty="0">
              <a:latin typeface="Anek Malayalam" panose="020B0604020202020204" charset="0"/>
              <a:cs typeface="Anek Malayalam" panose="020B0604020202020204" charset="0"/>
            </a:endParaRPr>
          </a:p>
          <a:p>
            <a:pPr marL="285750" lvl="0" indent="-285750" rtl="0">
              <a:spcBef>
                <a:spcPts val="0"/>
              </a:spcBef>
              <a:spcAft>
                <a:spcPts val="0"/>
              </a:spcAft>
              <a:buFont typeface="Arial" panose="020B0604020202020204" pitchFamily="34" charset="0"/>
              <a:buChar char="•"/>
            </a:pPr>
            <a:r>
              <a:rPr lang="en-US" sz="1400" dirty="0">
                <a:latin typeface="Anek Malayalam" panose="020B0604020202020204" charset="0"/>
                <a:cs typeface="Anek Malayalam" panose="020B0604020202020204" charset="0"/>
              </a:rPr>
              <a:t>Stigma: Mothers often hesitate to seek help.</a:t>
            </a:r>
          </a:p>
          <a:p>
            <a:pPr marL="285750" lvl="0" indent="-285750" rtl="0">
              <a:spcBef>
                <a:spcPts val="0"/>
              </a:spcBef>
              <a:spcAft>
                <a:spcPts val="0"/>
              </a:spcAft>
              <a:buFont typeface="Arial" panose="020B0604020202020204" pitchFamily="34" charset="0"/>
              <a:buChar char="•"/>
            </a:pPr>
            <a:r>
              <a:rPr lang="en-US" sz="1400" dirty="0">
                <a:latin typeface="Anek Malayalam" panose="020B0604020202020204" charset="0"/>
                <a:cs typeface="Anek Malayalam" panose="020B0604020202020204" charset="0"/>
              </a:rPr>
              <a:t>Symptom Variation: Diverse symptoms make diagnosis difficult.</a:t>
            </a:r>
          </a:p>
          <a:p>
            <a:pPr marL="285750" lvl="0" indent="-285750" rtl="0">
              <a:spcBef>
                <a:spcPts val="0"/>
              </a:spcBef>
              <a:spcAft>
                <a:spcPts val="0"/>
              </a:spcAft>
              <a:buFont typeface="Arial" panose="020B0604020202020204" pitchFamily="34" charset="0"/>
              <a:buChar char="•"/>
            </a:pPr>
            <a:r>
              <a:rPr lang="en-US" sz="1400" dirty="0">
                <a:latin typeface="Anek Malayalam" panose="020B0604020202020204" charset="0"/>
                <a:cs typeface="Anek Malayalam" panose="020B0604020202020204" charset="0"/>
              </a:rPr>
              <a:t>Resource Limitations: Lack of adequate resources and trained professionals.</a:t>
            </a:r>
            <a:endParaRPr sz="1400" dirty="0">
              <a:latin typeface="Anek Malayalam" panose="020B0604020202020204" charset="0"/>
              <a:cs typeface="Anek Malayalam" panose="020B0604020202020204" charset="0"/>
            </a:endParaRPr>
          </a:p>
        </p:txBody>
      </p:sp>
      <p:pic>
        <p:nvPicPr>
          <p:cNvPr id="573" name="Google Shape;573;p51"/>
          <p:cNvPicPr preferRelativeResize="0"/>
          <p:nvPr/>
        </p:nvPicPr>
        <p:blipFill rotWithShape="1">
          <a:blip r:embed="rId3">
            <a:alphaModFix/>
          </a:blip>
          <a:srcRect l="18265" t="6109" r="32369" b="-6110"/>
          <a:stretch/>
        </p:blipFill>
        <p:spPr>
          <a:xfrm rot="-1799998" flipH="1">
            <a:off x="5285175" y="484169"/>
            <a:ext cx="3092403" cy="4175161"/>
          </a:xfrm>
          <a:prstGeom prst="ellipse">
            <a:avLst/>
          </a:prstGeom>
          <a:noFill/>
          <a:ln w="152400" cap="flat" cmpd="sng">
            <a:solidFill>
              <a:schemeClr val="dk2"/>
            </a:solidFill>
            <a:prstDash val="solid"/>
            <a:round/>
            <a:headEnd type="none" w="sm" len="sm"/>
            <a:tailEnd type="none" w="sm" len="sm"/>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US" dirty="0"/>
              <a:t>Why a Predictive Model?</a:t>
            </a:r>
          </a:p>
        </p:txBody>
      </p:sp>
      <p:sp>
        <p:nvSpPr>
          <p:cNvPr id="521" name="Google Shape;521;p49"/>
          <p:cNvSpPr txBox="1">
            <a:spLocks noGrp="1"/>
          </p:cNvSpPr>
          <p:nvPr>
            <p:ph type="subTitle" idx="2"/>
          </p:nvPr>
        </p:nvSpPr>
        <p:spPr>
          <a:xfrm>
            <a:off x="1248294" y="1602213"/>
            <a:ext cx="5901868" cy="2514818"/>
          </a:xfrm>
          <a:prstGeom prst="rect">
            <a:avLst/>
          </a:prstGeom>
        </p:spPr>
        <p:txBody>
          <a:bodyPr spcFirstLastPara="1" wrap="square" lIns="91425" tIns="91425" rIns="91425" bIns="91425" anchor="t" anchorCtr="0">
            <a:noAutofit/>
          </a:bodyPr>
          <a:lstStyle/>
          <a:p>
            <a:pPr marL="285750" lvl="0" indent="-285750" algn="l" rtl="0">
              <a:spcBef>
                <a:spcPts val="0"/>
              </a:spcBef>
              <a:spcAft>
                <a:spcPts val="1600"/>
              </a:spcAft>
              <a:buFont typeface="Arial" panose="020B0604020202020204" pitchFamily="34" charset="0"/>
              <a:buChar char="•"/>
            </a:pPr>
            <a:r>
              <a:rPr lang="en-US" sz="1600" b="1" dirty="0"/>
              <a:t>Objective and Reliable: </a:t>
            </a:r>
            <a:r>
              <a:rPr lang="en-US" sz="1600" dirty="0"/>
              <a:t>Offers a consistent method to identify at-risk mothers.</a:t>
            </a:r>
          </a:p>
          <a:p>
            <a:pPr marL="285750" lvl="0" indent="-285750" algn="l" rtl="0">
              <a:spcBef>
                <a:spcPts val="0"/>
              </a:spcBef>
              <a:spcAft>
                <a:spcPts val="1600"/>
              </a:spcAft>
              <a:buFont typeface="Arial" panose="020B0604020202020204" pitchFamily="34" charset="0"/>
              <a:buChar char="•"/>
            </a:pPr>
            <a:r>
              <a:rPr lang="en-US" sz="1600" b="1" dirty="0"/>
              <a:t>Scalable: </a:t>
            </a:r>
            <a:r>
              <a:rPr lang="en-US" sz="1600" dirty="0"/>
              <a:t>Can be used in various healthcare settings.</a:t>
            </a:r>
          </a:p>
          <a:p>
            <a:pPr marL="285750" lvl="0" indent="-285750" algn="l" rtl="0">
              <a:spcBef>
                <a:spcPts val="0"/>
              </a:spcBef>
              <a:spcAft>
                <a:spcPts val="1600"/>
              </a:spcAft>
              <a:buFont typeface="Arial" panose="020B0604020202020204" pitchFamily="34" charset="0"/>
              <a:buChar char="•"/>
            </a:pPr>
            <a:r>
              <a:rPr lang="en-US" sz="1600" b="1" dirty="0"/>
              <a:t>Promotes Early Intervention: </a:t>
            </a:r>
            <a:r>
              <a:rPr lang="en-US" sz="1600" dirty="0"/>
              <a:t>Enables timely support and treatment to prevent escalation.</a:t>
            </a:r>
            <a:endParaRPr sz="16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pPr>
            <a:r>
              <a:rPr lang="en-US" dirty="0"/>
              <a:t>Goals:</a:t>
            </a:r>
          </a:p>
        </p:txBody>
      </p:sp>
      <p:sp>
        <p:nvSpPr>
          <p:cNvPr id="521" name="Google Shape;521;p49"/>
          <p:cNvSpPr txBox="1">
            <a:spLocks noGrp="1"/>
          </p:cNvSpPr>
          <p:nvPr>
            <p:ph type="subTitle" idx="2"/>
          </p:nvPr>
        </p:nvSpPr>
        <p:spPr>
          <a:xfrm>
            <a:off x="1185846" y="1722645"/>
            <a:ext cx="6515434" cy="2514818"/>
          </a:xfrm>
          <a:prstGeom prst="rect">
            <a:avLst/>
          </a:prstGeom>
        </p:spPr>
        <p:txBody>
          <a:bodyPr spcFirstLastPara="1" wrap="square" lIns="91425" tIns="91425" rIns="91425" bIns="91425" anchor="t" anchorCtr="0">
            <a:noAutofit/>
          </a:bodyPr>
          <a:lstStyle/>
          <a:p>
            <a:pPr marL="285750" lvl="0" indent="-285750" algn="l" rtl="0">
              <a:spcBef>
                <a:spcPts val="0"/>
              </a:spcBef>
              <a:spcAft>
                <a:spcPts val="1600"/>
              </a:spcAft>
              <a:buFont typeface="Arial" panose="020B0604020202020204" pitchFamily="34" charset="0"/>
              <a:buChar char="•"/>
            </a:pPr>
            <a:r>
              <a:rPr lang="en-US" sz="1600" b="1" dirty="0"/>
              <a:t>Improve Detection: </a:t>
            </a:r>
            <a:r>
              <a:rPr lang="en-US" sz="1600" dirty="0"/>
              <a:t>Enhance early PPD detection.</a:t>
            </a:r>
          </a:p>
          <a:p>
            <a:pPr marL="285750" lvl="0" indent="-285750" algn="l" rtl="0">
              <a:spcBef>
                <a:spcPts val="0"/>
              </a:spcBef>
              <a:spcAft>
                <a:spcPts val="1600"/>
              </a:spcAft>
              <a:buFont typeface="Arial" panose="020B0604020202020204" pitchFamily="34" charset="0"/>
              <a:buChar char="•"/>
            </a:pPr>
            <a:r>
              <a:rPr lang="en-US" sz="1600" b="1" dirty="0"/>
              <a:t>Support Mothers: </a:t>
            </a:r>
            <a:r>
              <a:rPr lang="en-US" sz="1600" dirty="0"/>
              <a:t>Offer timely help and improve quality of life.</a:t>
            </a:r>
          </a:p>
          <a:p>
            <a:pPr marL="285750" lvl="0" indent="-285750" algn="l" rtl="0">
              <a:spcBef>
                <a:spcPts val="0"/>
              </a:spcBef>
              <a:spcAft>
                <a:spcPts val="1600"/>
              </a:spcAft>
              <a:buFont typeface="Arial" panose="020B0604020202020204" pitchFamily="34" charset="0"/>
              <a:buChar char="•"/>
            </a:pPr>
            <a:r>
              <a:rPr lang="en-US" sz="1600" b="1" dirty="0"/>
              <a:t>Reduce Stigma: </a:t>
            </a:r>
            <a:r>
              <a:rPr lang="en-US" sz="1600" dirty="0"/>
              <a:t>Promote understanding and encourage seeking help.</a:t>
            </a:r>
          </a:p>
          <a:p>
            <a:pPr marL="285750" lvl="0" indent="-285750" algn="l" rtl="0">
              <a:spcBef>
                <a:spcPts val="0"/>
              </a:spcBef>
              <a:spcAft>
                <a:spcPts val="1600"/>
              </a:spcAft>
              <a:buFont typeface="Arial" panose="020B0604020202020204" pitchFamily="34" charset="0"/>
              <a:buChar char="•"/>
            </a:pPr>
            <a:r>
              <a:rPr lang="en-US" sz="1600" b="1" dirty="0"/>
              <a:t>Better Understanding of ML: </a:t>
            </a:r>
            <a:r>
              <a:rPr lang="en-US" sz="1600" dirty="0"/>
              <a:t>Understanding the approach, uses, variations and modifications of different ML models.</a:t>
            </a:r>
            <a:endParaRPr sz="1600" b="1" dirty="0"/>
          </a:p>
        </p:txBody>
      </p:sp>
    </p:spTree>
    <p:extLst>
      <p:ext uri="{BB962C8B-B14F-4D97-AF65-F5344CB8AC3E}">
        <p14:creationId xmlns:p14="http://schemas.microsoft.com/office/powerpoint/2010/main" val="5905597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56"/>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8800" dirty="0"/>
              <a:t>Literature</a:t>
            </a:r>
            <a:br>
              <a:rPr lang="en" sz="8800" dirty="0"/>
            </a:br>
            <a:r>
              <a:rPr lang="en" sz="8800" dirty="0"/>
              <a:t>Review</a:t>
            </a:r>
            <a:endParaRPr sz="8800" dirty="0"/>
          </a:p>
        </p:txBody>
      </p:sp>
    </p:spTree>
    <p:extLst>
      <p:ext uri="{BB962C8B-B14F-4D97-AF65-F5344CB8AC3E}">
        <p14:creationId xmlns:p14="http://schemas.microsoft.com/office/powerpoint/2010/main" val="39230007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Anek Malayalam"/>
                <a:ea typeface="Anek Malayalam"/>
                <a:cs typeface="Anek Malayalam"/>
                <a:sym typeface="Anek Malayalam"/>
              </a:rPr>
              <a:t>Research and</a:t>
            </a:r>
            <a:r>
              <a:rPr lang="en"/>
              <a:t> publications</a:t>
            </a:r>
            <a:endParaRPr/>
          </a:p>
        </p:txBody>
      </p:sp>
      <p:sp>
        <p:nvSpPr>
          <p:cNvPr id="520" name="Google Shape;520;p49"/>
          <p:cNvSpPr txBox="1">
            <a:spLocks noGrp="1"/>
          </p:cNvSpPr>
          <p:nvPr>
            <p:ph type="subTitle" idx="1"/>
          </p:nvPr>
        </p:nvSpPr>
        <p:spPr>
          <a:xfrm>
            <a:off x="1368726" y="2571750"/>
            <a:ext cx="2737200" cy="145910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Anek Malayalam" panose="020B0604020202020204" charset="0"/>
                <a:cs typeface="Anek Malayalam" panose="020B0604020202020204" charset="0"/>
              </a:rPr>
              <a:t>Used models: </a:t>
            </a:r>
          </a:p>
          <a:p>
            <a:pPr marL="0" lvl="0" indent="0" algn="l" rtl="0">
              <a:spcBef>
                <a:spcPts val="0"/>
              </a:spcBef>
              <a:spcAft>
                <a:spcPts val="0"/>
              </a:spcAft>
              <a:buNone/>
            </a:pPr>
            <a:endParaRPr lang="en-US" sz="1100" dirty="0">
              <a:latin typeface="Anek Malayalam" panose="020B0604020202020204" charset="0"/>
              <a:cs typeface="Anek Malayalam" panose="020B0604020202020204" charset="0"/>
            </a:endParaRP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1)SVM </a:t>
            </a: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2)Random Forest </a:t>
            </a: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3)Gradient Boost </a:t>
            </a: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4)Logistic Regression</a:t>
            </a:r>
            <a:endParaRPr sz="1100" dirty="0">
              <a:latin typeface="Anek Malayalam" panose="020B0604020202020204" charset="0"/>
              <a:cs typeface="Anek Malayalam" panose="020B0604020202020204" charset="0"/>
            </a:endParaRPr>
          </a:p>
        </p:txBody>
      </p:sp>
      <p:sp>
        <p:nvSpPr>
          <p:cNvPr id="521" name="Google Shape;521;p49"/>
          <p:cNvSpPr txBox="1">
            <a:spLocks noGrp="1"/>
          </p:cNvSpPr>
          <p:nvPr>
            <p:ph type="subTitle" idx="2"/>
          </p:nvPr>
        </p:nvSpPr>
        <p:spPr>
          <a:xfrm>
            <a:off x="1211246" y="1745410"/>
            <a:ext cx="2737200" cy="941100"/>
          </a:xfrm>
          <a:prstGeom prst="rect">
            <a:avLst/>
          </a:prstGeom>
        </p:spPr>
        <p:txBody>
          <a:bodyPr spcFirstLastPara="1" wrap="square" lIns="91425" tIns="91425" rIns="91425" bIns="91425" anchor="t" anchorCtr="0">
            <a:noAutofit/>
          </a:bodyPr>
          <a:lstStyle/>
          <a:p>
            <a:pPr marL="171450" lvl="0" indent="-171450" rtl="0">
              <a:spcBef>
                <a:spcPts val="0"/>
              </a:spcBef>
              <a:spcAft>
                <a:spcPts val="1600"/>
              </a:spcAft>
              <a:buFont typeface="Arial" panose="020B0604020202020204" pitchFamily="34" charset="0"/>
              <a:buChar char="•"/>
            </a:pPr>
            <a:r>
              <a:rPr lang="en-US" sz="1200" b="1" dirty="0"/>
              <a:t>Machine Learning Methods for Predicting Postpartum Depression: Scoping Review</a:t>
            </a:r>
            <a:endParaRPr sz="1200" b="1" dirty="0"/>
          </a:p>
        </p:txBody>
      </p:sp>
      <p:sp>
        <p:nvSpPr>
          <p:cNvPr id="522" name="Google Shape;522;p49"/>
          <p:cNvSpPr txBox="1">
            <a:spLocks noGrp="1"/>
          </p:cNvSpPr>
          <p:nvPr>
            <p:ph type="subTitle" idx="3"/>
          </p:nvPr>
        </p:nvSpPr>
        <p:spPr>
          <a:xfrm>
            <a:off x="5094694" y="1745410"/>
            <a:ext cx="2737200" cy="941100"/>
          </a:xfrm>
          <a:prstGeom prst="rect">
            <a:avLst/>
          </a:prstGeom>
        </p:spPr>
        <p:txBody>
          <a:bodyPr spcFirstLastPara="1" wrap="square" lIns="91425" tIns="91425" rIns="91425" bIns="91425" anchor="t" anchorCtr="0">
            <a:noAutofit/>
          </a:bodyPr>
          <a:lstStyle/>
          <a:p>
            <a:pPr marL="171450" lvl="0" indent="-171450" rtl="0">
              <a:spcBef>
                <a:spcPts val="0"/>
              </a:spcBef>
              <a:spcAft>
                <a:spcPts val="1600"/>
              </a:spcAft>
              <a:buFont typeface="Arial" panose="020B0604020202020204" pitchFamily="34" charset="0"/>
              <a:buChar char="•"/>
            </a:pPr>
            <a:r>
              <a:rPr lang="en-US" sz="1200" b="1" dirty="0"/>
              <a:t>Application of machine learning in predicting the risk of postpartum depression: A systematic review</a:t>
            </a:r>
            <a:endParaRPr sz="1200" b="1" dirty="0"/>
          </a:p>
        </p:txBody>
      </p:sp>
      <p:sp>
        <p:nvSpPr>
          <p:cNvPr id="526" name="Google Shape;526;p49"/>
          <p:cNvSpPr txBox="1">
            <a:spLocks noGrp="1"/>
          </p:cNvSpPr>
          <p:nvPr>
            <p:ph type="subTitle" idx="7"/>
          </p:nvPr>
        </p:nvSpPr>
        <p:spPr>
          <a:xfrm>
            <a:off x="5252174" y="2571750"/>
            <a:ext cx="2737200" cy="186863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Anek Malayalam" panose="020B0604020202020204" charset="0"/>
                <a:cs typeface="Anek Malayalam" panose="020B0604020202020204" charset="0"/>
              </a:rPr>
              <a:t>Used models: </a:t>
            </a:r>
          </a:p>
          <a:p>
            <a:pPr marL="0" lvl="0" indent="0" algn="l" rtl="0">
              <a:spcBef>
                <a:spcPts val="0"/>
              </a:spcBef>
              <a:spcAft>
                <a:spcPts val="0"/>
              </a:spcAft>
              <a:buNone/>
            </a:pPr>
            <a:endParaRPr lang="en-US" sz="1100" dirty="0">
              <a:latin typeface="Anek Malayalam" panose="020B0604020202020204" charset="0"/>
              <a:cs typeface="Anek Malayalam" panose="020B0604020202020204" charset="0"/>
            </a:endParaRP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1) SVM </a:t>
            </a: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2)Random Forest </a:t>
            </a: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3)Logistic Regression</a:t>
            </a:r>
            <a:endParaRPr sz="1100" dirty="0">
              <a:latin typeface="Anek Malayalam" panose="020B0604020202020204" charset="0"/>
              <a:cs typeface="Anek Malayalam" panose="020B0604020202020204" charset="0"/>
            </a:endParaRPr>
          </a:p>
        </p:txBody>
      </p:sp>
    </p:spTree>
    <p:extLst>
      <p:ext uri="{BB962C8B-B14F-4D97-AF65-F5344CB8AC3E}">
        <p14:creationId xmlns:p14="http://schemas.microsoft.com/office/powerpoint/2010/main" val="20933366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Anek Malayalam"/>
                <a:ea typeface="Anek Malayalam"/>
                <a:cs typeface="Anek Malayalam"/>
                <a:sym typeface="Anek Malayalam"/>
              </a:rPr>
              <a:t>Research and</a:t>
            </a:r>
            <a:r>
              <a:rPr lang="en"/>
              <a:t> publications</a:t>
            </a:r>
            <a:endParaRPr/>
          </a:p>
        </p:txBody>
      </p:sp>
      <p:sp>
        <p:nvSpPr>
          <p:cNvPr id="523" name="Google Shape;523;p49"/>
          <p:cNvSpPr txBox="1">
            <a:spLocks noGrp="1"/>
          </p:cNvSpPr>
          <p:nvPr>
            <p:ph type="subTitle" idx="4"/>
          </p:nvPr>
        </p:nvSpPr>
        <p:spPr>
          <a:xfrm>
            <a:off x="1052640" y="1435998"/>
            <a:ext cx="2737200" cy="941100"/>
          </a:xfrm>
          <a:prstGeom prst="rect">
            <a:avLst/>
          </a:prstGeom>
        </p:spPr>
        <p:txBody>
          <a:bodyPr spcFirstLastPara="1" wrap="square" lIns="91425" tIns="91425" rIns="91425" bIns="91425" anchor="t" anchorCtr="0">
            <a:noAutofit/>
          </a:bodyPr>
          <a:lstStyle/>
          <a:p>
            <a:pPr marL="171450" lvl="0" indent="-171450" rtl="0">
              <a:spcBef>
                <a:spcPts val="0"/>
              </a:spcBef>
              <a:spcAft>
                <a:spcPts val="1600"/>
              </a:spcAft>
              <a:buFont typeface="Arial" panose="020B0604020202020204" pitchFamily="34" charset="0"/>
              <a:buChar char="•"/>
            </a:pPr>
            <a:r>
              <a:rPr lang="en-US" sz="1200" b="1" dirty="0"/>
              <a:t>Machine Learning-Based Predictive Modeling of Postpartum Depression</a:t>
            </a:r>
            <a:endParaRPr sz="1200" b="1" dirty="0"/>
          </a:p>
        </p:txBody>
      </p:sp>
      <p:sp>
        <p:nvSpPr>
          <p:cNvPr id="524" name="Google Shape;524;p49"/>
          <p:cNvSpPr txBox="1">
            <a:spLocks noGrp="1"/>
          </p:cNvSpPr>
          <p:nvPr>
            <p:ph type="subTitle" idx="5"/>
          </p:nvPr>
        </p:nvSpPr>
        <p:spPr>
          <a:xfrm>
            <a:off x="4936088" y="1383556"/>
            <a:ext cx="2737200" cy="941100"/>
          </a:xfrm>
          <a:prstGeom prst="rect">
            <a:avLst/>
          </a:prstGeom>
        </p:spPr>
        <p:txBody>
          <a:bodyPr spcFirstLastPara="1" wrap="square" lIns="91425" tIns="91425" rIns="91425" bIns="91425" anchor="t" anchorCtr="0">
            <a:noAutofit/>
          </a:bodyPr>
          <a:lstStyle/>
          <a:p>
            <a:pPr marL="171450" lvl="0" indent="-171450" rtl="0">
              <a:spcBef>
                <a:spcPts val="0"/>
              </a:spcBef>
              <a:spcAft>
                <a:spcPts val="1600"/>
              </a:spcAft>
              <a:buFont typeface="Arial" panose="020B0604020202020204" pitchFamily="34" charset="0"/>
              <a:buChar char="•"/>
            </a:pPr>
            <a:r>
              <a:rPr lang="en-US" sz="1200" b="1" dirty="0"/>
              <a:t>Predicting women with depressive symptoms postpartum with machine learning methods</a:t>
            </a:r>
            <a:endParaRPr sz="1200" b="1" dirty="0"/>
          </a:p>
        </p:txBody>
      </p:sp>
      <p:sp>
        <p:nvSpPr>
          <p:cNvPr id="525" name="Google Shape;525;p49"/>
          <p:cNvSpPr txBox="1">
            <a:spLocks noGrp="1"/>
          </p:cNvSpPr>
          <p:nvPr>
            <p:ph type="subTitle" idx="6"/>
          </p:nvPr>
        </p:nvSpPr>
        <p:spPr>
          <a:xfrm>
            <a:off x="1230440" y="2171544"/>
            <a:ext cx="2737200" cy="223095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Anek Malayalam" panose="020B0604020202020204" charset="0"/>
                <a:cs typeface="Anek Malayalam" panose="020B0604020202020204" charset="0"/>
              </a:rPr>
              <a:t>Used models:  </a:t>
            </a:r>
          </a:p>
          <a:p>
            <a:pPr marL="0" lvl="0" indent="0" algn="l" rtl="0">
              <a:spcBef>
                <a:spcPts val="0"/>
              </a:spcBef>
              <a:spcAft>
                <a:spcPts val="0"/>
              </a:spcAft>
              <a:buNone/>
            </a:pPr>
            <a:endParaRPr lang="en-US" sz="1100" b="1" dirty="0">
              <a:latin typeface="Anek Malayalam" panose="020B0604020202020204" charset="0"/>
              <a:cs typeface="Anek Malayalam" panose="020B0604020202020204" charset="0"/>
            </a:endParaRP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1) Random Forest (RF) </a:t>
            </a: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2) SVM </a:t>
            </a: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3) Stochastic Gradient Boosting </a:t>
            </a: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4) Recursive Partitioning and Regression Trees </a:t>
            </a: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5) Naïve Bayes </a:t>
            </a: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6) KNN </a:t>
            </a: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7) Logistic Regression </a:t>
            </a: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8) Neural Network</a:t>
            </a:r>
            <a:endParaRPr sz="1100" dirty="0">
              <a:latin typeface="Anek Malayalam" panose="020B0604020202020204" charset="0"/>
              <a:cs typeface="Anek Malayalam" panose="020B0604020202020204" charset="0"/>
            </a:endParaRPr>
          </a:p>
        </p:txBody>
      </p:sp>
      <p:sp>
        <p:nvSpPr>
          <p:cNvPr id="527" name="Google Shape;527;p49"/>
          <p:cNvSpPr txBox="1">
            <a:spLocks noGrp="1"/>
          </p:cNvSpPr>
          <p:nvPr>
            <p:ph type="subTitle" idx="8"/>
          </p:nvPr>
        </p:nvSpPr>
        <p:spPr>
          <a:xfrm>
            <a:off x="5113888" y="2171544"/>
            <a:ext cx="2737200" cy="203915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Anek Malayalam" panose="020B0604020202020204" charset="0"/>
                <a:cs typeface="Anek Malayalam" panose="020B0604020202020204" charset="0"/>
              </a:rPr>
              <a:t>Used models: </a:t>
            </a:r>
          </a:p>
          <a:p>
            <a:pPr marL="0" lvl="0" indent="0" algn="l" rtl="0">
              <a:spcBef>
                <a:spcPts val="0"/>
              </a:spcBef>
              <a:spcAft>
                <a:spcPts val="0"/>
              </a:spcAft>
              <a:buNone/>
            </a:pPr>
            <a:endParaRPr lang="en-US" sz="1100" dirty="0">
              <a:latin typeface="Anek Malayalam" panose="020B0604020202020204" charset="0"/>
              <a:cs typeface="Anek Malayalam" panose="020B0604020202020204" charset="0"/>
            </a:endParaRP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1) Ridge Regression</a:t>
            </a: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2) LASSO Regression </a:t>
            </a: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3) Gradient Boosting Machines </a:t>
            </a: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4) Distributed Random Forests (DRF) </a:t>
            </a: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5) Extreme Randomized Forests (XRT) </a:t>
            </a: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6) Naïve Bayes </a:t>
            </a: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7) Stacked Ensembles</a:t>
            </a:r>
            <a:endParaRPr sz="1100" dirty="0">
              <a:latin typeface="Anek Malayalam" panose="020B0604020202020204" charset="0"/>
              <a:cs typeface="Anek Malayalam" panose="020B0604020202020204" charset="0"/>
            </a:endParaRPr>
          </a:p>
        </p:txBody>
      </p:sp>
    </p:spTree>
    <p:extLst>
      <p:ext uri="{BB962C8B-B14F-4D97-AF65-F5344CB8AC3E}">
        <p14:creationId xmlns:p14="http://schemas.microsoft.com/office/powerpoint/2010/main" val="26228861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Anek Malayalam"/>
                <a:ea typeface="Anek Malayalam"/>
                <a:cs typeface="Anek Malayalam"/>
                <a:sym typeface="Anek Malayalam"/>
              </a:rPr>
              <a:t>Research and</a:t>
            </a:r>
            <a:r>
              <a:rPr lang="en"/>
              <a:t> publications</a:t>
            </a:r>
            <a:endParaRPr/>
          </a:p>
        </p:txBody>
      </p:sp>
      <p:sp>
        <p:nvSpPr>
          <p:cNvPr id="523" name="Google Shape;523;p49"/>
          <p:cNvSpPr txBox="1">
            <a:spLocks noGrp="1"/>
          </p:cNvSpPr>
          <p:nvPr>
            <p:ph type="subTitle" idx="4"/>
          </p:nvPr>
        </p:nvSpPr>
        <p:spPr>
          <a:xfrm>
            <a:off x="1075455" y="1471771"/>
            <a:ext cx="3047169" cy="941100"/>
          </a:xfrm>
          <a:prstGeom prst="rect">
            <a:avLst/>
          </a:prstGeom>
        </p:spPr>
        <p:txBody>
          <a:bodyPr spcFirstLastPara="1" wrap="square" lIns="91425" tIns="91425" rIns="91425" bIns="91425" anchor="t" anchorCtr="0">
            <a:noAutofit/>
          </a:bodyPr>
          <a:lstStyle/>
          <a:p>
            <a:pPr marL="171450" lvl="0" indent="-171450" rtl="0">
              <a:spcBef>
                <a:spcPts val="0"/>
              </a:spcBef>
              <a:spcAft>
                <a:spcPts val="1600"/>
              </a:spcAft>
              <a:buFont typeface="Arial" panose="020B0604020202020204" pitchFamily="34" charset="0"/>
              <a:buChar char="•"/>
            </a:pPr>
            <a:r>
              <a:rPr lang="en-US" sz="1200" b="1" dirty="0"/>
              <a:t>Development and validation of a machine learning algorithm for predicting the risk of postpartum depression among pregnant women</a:t>
            </a:r>
            <a:endParaRPr sz="1200" b="1" dirty="0"/>
          </a:p>
        </p:txBody>
      </p:sp>
      <p:sp>
        <p:nvSpPr>
          <p:cNvPr id="524" name="Google Shape;524;p49"/>
          <p:cNvSpPr txBox="1">
            <a:spLocks noGrp="1"/>
          </p:cNvSpPr>
          <p:nvPr>
            <p:ph type="subTitle" idx="5"/>
          </p:nvPr>
        </p:nvSpPr>
        <p:spPr>
          <a:xfrm>
            <a:off x="4941168" y="1471771"/>
            <a:ext cx="2737200" cy="941100"/>
          </a:xfrm>
          <a:prstGeom prst="rect">
            <a:avLst/>
          </a:prstGeom>
        </p:spPr>
        <p:txBody>
          <a:bodyPr spcFirstLastPara="1" wrap="square" lIns="91425" tIns="91425" rIns="91425" bIns="91425" anchor="t" anchorCtr="0">
            <a:noAutofit/>
          </a:bodyPr>
          <a:lstStyle/>
          <a:p>
            <a:pPr marL="171450" lvl="0" indent="-171450" rtl="0">
              <a:spcBef>
                <a:spcPts val="0"/>
              </a:spcBef>
              <a:spcAft>
                <a:spcPts val="1600"/>
              </a:spcAft>
              <a:buFont typeface="Arial" panose="020B0604020202020204" pitchFamily="34" charset="0"/>
              <a:buChar char="•"/>
            </a:pPr>
            <a:r>
              <a:rPr lang="en-US" sz="1200" b="1" dirty="0"/>
              <a:t>Machine Learning Models for the Prediction of Postpartum Depression: Application and Comparison Based on a Cohort Study</a:t>
            </a:r>
            <a:endParaRPr sz="1200" b="1" dirty="0"/>
          </a:p>
        </p:txBody>
      </p:sp>
      <p:sp>
        <p:nvSpPr>
          <p:cNvPr id="525" name="Google Shape;525;p49"/>
          <p:cNvSpPr txBox="1">
            <a:spLocks noGrp="1"/>
          </p:cNvSpPr>
          <p:nvPr>
            <p:ph type="subTitle" idx="6"/>
          </p:nvPr>
        </p:nvSpPr>
        <p:spPr>
          <a:xfrm>
            <a:off x="1230440" y="2467517"/>
            <a:ext cx="2737200" cy="223095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Anek Malayalam" panose="020B0604020202020204" charset="0"/>
                <a:cs typeface="Anek Malayalam" panose="020B0604020202020204" charset="0"/>
              </a:rPr>
              <a:t>Used models: </a:t>
            </a:r>
          </a:p>
          <a:p>
            <a:pPr marL="0" lvl="0" indent="0" algn="l" rtl="0">
              <a:spcBef>
                <a:spcPts val="0"/>
              </a:spcBef>
              <a:spcAft>
                <a:spcPts val="0"/>
              </a:spcAft>
              <a:buNone/>
            </a:pPr>
            <a:endParaRPr lang="en-US" sz="1100" dirty="0">
              <a:latin typeface="Anek Malayalam" panose="020B0604020202020204" charset="0"/>
              <a:cs typeface="Anek Malayalam" panose="020B0604020202020204" charset="0"/>
            </a:endParaRP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1) Ridge Regression</a:t>
            </a: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2) Gradient Boosting Machines</a:t>
            </a: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3) Extreme Randomized Forests (XRT)</a:t>
            </a: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4) Distributed Random Forests (DRF)</a:t>
            </a: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5) Naïve Bayes</a:t>
            </a: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6) Stacked Ensembles</a:t>
            </a:r>
            <a:endParaRPr sz="1100" dirty="0">
              <a:latin typeface="Anek Malayalam" panose="020B0604020202020204" charset="0"/>
              <a:cs typeface="Anek Malayalam" panose="020B0604020202020204" charset="0"/>
            </a:endParaRPr>
          </a:p>
        </p:txBody>
      </p:sp>
      <p:sp>
        <p:nvSpPr>
          <p:cNvPr id="527" name="Google Shape;527;p49"/>
          <p:cNvSpPr txBox="1">
            <a:spLocks noGrp="1"/>
          </p:cNvSpPr>
          <p:nvPr>
            <p:ph type="subTitle" idx="8"/>
          </p:nvPr>
        </p:nvSpPr>
        <p:spPr>
          <a:xfrm>
            <a:off x="5098648" y="2571750"/>
            <a:ext cx="2737200" cy="203915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Anek Malayalam" panose="020B0604020202020204" charset="0"/>
                <a:cs typeface="Anek Malayalam" panose="020B0604020202020204" charset="0"/>
              </a:rPr>
              <a:t>Used models: </a:t>
            </a:r>
          </a:p>
          <a:p>
            <a:pPr marL="0" lvl="0" indent="0" algn="l" rtl="0">
              <a:spcBef>
                <a:spcPts val="0"/>
              </a:spcBef>
              <a:spcAft>
                <a:spcPts val="0"/>
              </a:spcAft>
              <a:buNone/>
            </a:pPr>
            <a:endParaRPr lang="en-US" sz="1100" dirty="0">
              <a:latin typeface="Anek Malayalam" panose="020B0604020202020204" charset="0"/>
              <a:cs typeface="Anek Malayalam" panose="020B0604020202020204" charset="0"/>
            </a:endParaRP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1) Support Vector Machine (SVM)</a:t>
            </a:r>
          </a:p>
          <a:p>
            <a:pPr marL="0" lvl="0" indent="0" algn="l" rtl="0">
              <a:spcBef>
                <a:spcPts val="0"/>
              </a:spcBef>
              <a:spcAft>
                <a:spcPts val="0"/>
              </a:spcAft>
              <a:buNone/>
            </a:pPr>
            <a:r>
              <a:rPr lang="en-US" sz="1100" dirty="0">
                <a:latin typeface="Anek Malayalam" panose="020B0604020202020204" charset="0"/>
                <a:cs typeface="Anek Malayalam" panose="020B0604020202020204" charset="0"/>
              </a:rPr>
              <a:t>2) Random Forest (RF)</a:t>
            </a:r>
            <a:endParaRPr sz="1100" dirty="0">
              <a:latin typeface="Anek Malayalam" panose="020B0604020202020204" charset="0"/>
              <a:cs typeface="Anek Malayalam" panose="020B0604020202020204" charset="0"/>
            </a:endParaRPr>
          </a:p>
        </p:txBody>
      </p:sp>
    </p:spTree>
    <p:extLst>
      <p:ext uri="{BB962C8B-B14F-4D97-AF65-F5344CB8AC3E}">
        <p14:creationId xmlns:p14="http://schemas.microsoft.com/office/powerpoint/2010/main" val="7135546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56"/>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8800" dirty="0"/>
              <a:t>Methodology</a:t>
            </a:r>
            <a:endParaRPr sz="8800" dirty="0"/>
          </a:p>
        </p:txBody>
      </p:sp>
    </p:spTree>
    <p:extLst>
      <p:ext uri="{BB962C8B-B14F-4D97-AF65-F5344CB8AC3E}">
        <p14:creationId xmlns:p14="http://schemas.microsoft.com/office/powerpoint/2010/main" val="7640852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72" name="Google Shape;672;p53"/>
          <p:cNvSpPr txBox="1">
            <a:spLocks noGrp="1"/>
          </p:cNvSpPr>
          <p:nvPr>
            <p:ph type="subTitle" idx="4294967295"/>
          </p:nvPr>
        </p:nvSpPr>
        <p:spPr>
          <a:xfrm>
            <a:off x="692047" y="2587828"/>
            <a:ext cx="1448912" cy="756338"/>
          </a:xfrm>
          <a:prstGeom prst="rect">
            <a:avLst/>
          </a:prstGeom>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1600"/>
              </a:spcAft>
              <a:buNone/>
            </a:pPr>
            <a:r>
              <a:rPr lang="en" sz="1600" dirty="0">
                <a:latin typeface="Anek Malayalam Medium"/>
                <a:cs typeface="Anek Malayalam Medium"/>
                <a:sym typeface="Anek Malayalam Medium"/>
              </a:rPr>
              <a:t>Data </a:t>
            </a:r>
          </a:p>
          <a:p>
            <a:pPr marL="0" marR="0" lvl="0" indent="0" algn="ctr" rtl="0">
              <a:lnSpc>
                <a:spcPct val="100000"/>
              </a:lnSpc>
              <a:spcBef>
                <a:spcPts val="0"/>
              </a:spcBef>
              <a:spcAft>
                <a:spcPts val="1600"/>
              </a:spcAft>
              <a:buNone/>
            </a:pPr>
            <a:r>
              <a:rPr lang="en" sz="1600" dirty="0">
                <a:latin typeface="Anek Malayalam Medium"/>
                <a:cs typeface="Anek Malayalam Medium"/>
                <a:sym typeface="Anek Malayalam Medium"/>
              </a:rPr>
              <a:t>Collection</a:t>
            </a:r>
            <a:endParaRPr sz="1600" dirty="0"/>
          </a:p>
        </p:txBody>
      </p:sp>
      <p:sp>
        <p:nvSpPr>
          <p:cNvPr id="677" name="Google Shape;677;p53"/>
          <p:cNvSpPr/>
          <p:nvPr/>
        </p:nvSpPr>
        <p:spPr>
          <a:xfrm rot="1800954">
            <a:off x="2762410" y="1918020"/>
            <a:ext cx="401207" cy="544468"/>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53"/>
          <p:cNvSpPr/>
          <p:nvPr/>
        </p:nvSpPr>
        <p:spPr>
          <a:xfrm rot="1800954">
            <a:off x="1215900" y="1918020"/>
            <a:ext cx="401207" cy="544468"/>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53"/>
          <p:cNvSpPr txBox="1">
            <a:spLocks noGrp="1"/>
          </p:cNvSpPr>
          <p:nvPr>
            <p:ph type="title" idx="4294967295"/>
          </p:nvPr>
        </p:nvSpPr>
        <p:spPr>
          <a:xfrm>
            <a:off x="2513764" y="1950103"/>
            <a:ext cx="898500" cy="4803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t>02</a:t>
            </a:r>
            <a:endParaRPr b="1"/>
          </a:p>
        </p:txBody>
      </p:sp>
      <p:sp>
        <p:nvSpPr>
          <p:cNvPr id="680" name="Google Shape;680;p53"/>
          <p:cNvSpPr txBox="1">
            <a:spLocks noGrp="1"/>
          </p:cNvSpPr>
          <p:nvPr>
            <p:ph type="title" idx="4294967295"/>
          </p:nvPr>
        </p:nvSpPr>
        <p:spPr>
          <a:xfrm>
            <a:off x="967264" y="1950103"/>
            <a:ext cx="898500" cy="4803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t>01</a:t>
            </a:r>
            <a:endParaRPr b="1"/>
          </a:p>
        </p:txBody>
      </p:sp>
      <p:sp>
        <p:nvSpPr>
          <p:cNvPr id="681" name="Google Shape;681;p53"/>
          <p:cNvSpPr/>
          <p:nvPr/>
        </p:nvSpPr>
        <p:spPr>
          <a:xfrm rot="1800954">
            <a:off x="4308922" y="1918020"/>
            <a:ext cx="401207" cy="544468"/>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53"/>
          <p:cNvSpPr txBox="1">
            <a:spLocks noGrp="1"/>
          </p:cNvSpPr>
          <p:nvPr>
            <p:ph type="title" idx="4294967295"/>
          </p:nvPr>
        </p:nvSpPr>
        <p:spPr>
          <a:xfrm>
            <a:off x="4060276" y="1950103"/>
            <a:ext cx="898500" cy="4803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t>03</a:t>
            </a:r>
            <a:endParaRPr b="1"/>
          </a:p>
        </p:txBody>
      </p:sp>
      <p:sp>
        <p:nvSpPr>
          <p:cNvPr id="683" name="Google Shape;683;p53"/>
          <p:cNvSpPr/>
          <p:nvPr/>
        </p:nvSpPr>
        <p:spPr>
          <a:xfrm rot="1800954">
            <a:off x="5855472" y="1918020"/>
            <a:ext cx="401207" cy="544468"/>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53"/>
          <p:cNvSpPr txBox="1">
            <a:spLocks noGrp="1"/>
          </p:cNvSpPr>
          <p:nvPr>
            <p:ph type="title" idx="4294967295"/>
          </p:nvPr>
        </p:nvSpPr>
        <p:spPr>
          <a:xfrm>
            <a:off x="5606826" y="1950103"/>
            <a:ext cx="898500" cy="4803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t>04</a:t>
            </a:r>
            <a:endParaRPr b="1"/>
          </a:p>
        </p:txBody>
      </p:sp>
      <p:sp>
        <p:nvSpPr>
          <p:cNvPr id="685" name="Google Shape;685;p53"/>
          <p:cNvSpPr/>
          <p:nvPr/>
        </p:nvSpPr>
        <p:spPr>
          <a:xfrm rot="1800954">
            <a:off x="7402022" y="1918020"/>
            <a:ext cx="401207" cy="544468"/>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53"/>
          <p:cNvSpPr txBox="1">
            <a:spLocks noGrp="1"/>
          </p:cNvSpPr>
          <p:nvPr>
            <p:ph type="title" idx="4294967295"/>
          </p:nvPr>
        </p:nvSpPr>
        <p:spPr>
          <a:xfrm>
            <a:off x="7153376" y="1950103"/>
            <a:ext cx="898500" cy="480300"/>
          </a:xfrm>
          <a:prstGeom prst="rect">
            <a:avLst/>
          </a:prstGeom>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t>05</a:t>
            </a:r>
            <a:endParaRPr b="1"/>
          </a:p>
        </p:txBody>
      </p:sp>
      <p:cxnSp>
        <p:nvCxnSpPr>
          <p:cNvPr id="687" name="Google Shape;687;p53"/>
          <p:cNvCxnSpPr>
            <a:stCxn id="680" idx="3"/>
            <a:endCxn id="679" idx="1"/>
          </p:cNvCxnSpPr>
          <p:nvPr/>
        </p:nvCxnSpPr>
        <p:spPr>
          <a:xfrm>
            <a:off x="1865764" y="2190253"/>
            <a:ext cx="648000" cy="600"/>
          </a:xfrm>
          <a:prstGeom prst="bentConnector3">
            <a:avLst>
              <a:gd name="adj1" fmla="val 50000"/>
            </a:avLst>
          </a:prstGeom>
          <a:noFill/>
          <a:ln w="9525" cap="flat" cmpd="sng">
            <a:solidFill>
              <a:schemeClr val="accent1"/>
            </a:solidFill>
            <a:prstDash val="solid"/>
            <a:round/>
            <a:headEnd type="none" w="med" len="med"/>
            <a:tailEnd type="oval" w="med" len="med"/>
          </a:ln>
        </p:spPr>
      </p:cxnSp>
      <p:cxnSp>
        <p:nvCxnSpPr>
          <p:cNvPr id="688" name="Google Shape;688;p53"/>
          <p:cNvCxnSpPr>
            <a:cxnSpLocks/>
          </p:cNvCxnSpPr>
          <p:nvPr/>
        </p:nvCxnSpPr>
        <p:spPr>
          <a:xfrm>
            <a:off x="3412276" y="2190253"/>
            <a:ext cx="648000" cy="600"/>
          </a:xfrm>
          <a:prstGeom prst="bentConnector3">
            <a:avLst>
              <a:gd name="adj1" fmla="val 50000"/>
            </a:avLst>
          </a:prstGeom>
          <a:noFill/>
          <a:ln w="9525" cap="flat" cmpd="sng">
            <a:solidFill>
              <a:schemeClr val="accent1"/>
            </a:solidFill>
            <a:prstDash val="solid"/>
            <a:round/>
            <a:headEnd type="none" w="med" len="med"/>
            <a:tailEnd type="oval" w="med" len="med"/>
          </a:ln>
        </p:spPr>
      </p:cxnSp>
      <p:cxnSp>
        <p:nvCxnSpPr>
          <p:cNvPr id="689" name="Google Shape;689;p53"/>
          <p:cNvCxnSpPr>
            <a:cxnSpLocks/>
          </p:cNvCxnSpPr>
          <p:nvPr/>
        </p:nvCxnSpPr>
        <p:spPr>
          <a:xfrm>
            <a:off x="4958801" y="2190253"/>
            <a:ext cx="648000" cy="600"/>
          </a:xfrm>
          <a:prstGeom prst="bentConnector3">
            <a:avLst>
              <a:gd name="adj1" fmla="val 50000"/>
            </a:avLst>
          </a:prstGeom>
          <a:noFill/>
          <a:ln w="9525" cap="flat" cmpd="sng">
            <a:solidFill>
              <a:schemeClr val="accent1"/>
            </a:solidFill>
            <a:prstDash val="solid"/>
            <a:round/>
            <a:headEnd type="none" w="med" len="med"/>
            <a:tailEnd type="oval" w="med" len="med"/>
          </a:ln>
        </p:spPr>
      </p:cxnSp>
      <p:cxnSp>
        <p:nvCxnSpPr>
          <p:cNvPr id="690" name="Google Shape;690;p53"/>
          <p:cNvCxnSpPr>
            <a:cxnSpLocks/>
          </p:cNvCxnSpPr>
          <p:nvPr/>
        </p:nvCxnSpPr>
        <p:spPr>
          <a:xfrm>
            <a:off x="6505351" y="2190253"/>
            <a:ext cx="648000" cy="600"/>
          </a:xfrm>
          <a:prstGeom prst="bentConnector3">
            <a:avLst>
              <a:gd name="adj1" fmla="val 50000"/>
            </a:avLst>
          </a:prstGeom>
          <a:noFill/>
          <a:ln w="9525" cap="flat" cmpd="sng">
            <a:solidFill>
              <a:schemeClr val="accent1"/>
            </a:solidFill>
            <a:prstDash val="solid"/>
            <a:round/>
            <a:headEnd type="none" w="med" len="med"/>
            <a:tailEnd type="oval" w="med" len="med"/>
          </a:ln>
        </p:spPr>
      </p:cxnSp>
      <p:sp>
        <p:nvSpPr>
          <p:cNvPr id="5" name="Google Shape;672;p53">
            <a:extLst>
              <a:ext uri="{FF2B5EF4-FFF2-40B4-BE49-F238E27FC236}">
                <a16:creationId xmlns:a16="http://schemas.microsoft.com/office/drawing/2014/main" id="{CD19733E-0DE8-ACF0-4AD4-E137F653AF85}"/>
              </a:ext>
            </a:extLst>
          </p:cNvPr>
          <p:cNvSpPr txBox="1">
            <a:spLocks/>
          </p:cNvSpPr>
          <p:nvPr/>
        </p:nvSpPr>
        <p:spPr>
          <a:xfrm>
            <a:off x="2238556" y="2587828"/>
            <a:ext cx="1526095" cy="75633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1pPr>
            <a:lvl2pPr marL="914400" marR="0" lvl="1"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2pPr>
            <a:lvl3pPr marL="1371600" marR="0" lvl="2"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3pPr>
            <a:lvl4pPr marL="1828800" marR="0" lvl="3"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4pPr>
            <a:lvl5pPr marL="2286000" marR="0" lvl="4"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5pPr>
            <a:lvl6pPr marL="2743200" marR="0" lvl="5"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6pPr>
            <a:lvl7pPr marL="3200400" marR="0" lvl="6"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7pPr>
            <a:lvl8pPr marL="3657600" marR="0" lvl="7"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8pPr>
            <a:lvl9pPr marL="4114800" marR="0" lvl="8" indent="-304800" algn="l" rtl="0">
              <a:lnSpc>
                <a:spcPct val="100000"/>
              </a:lnSpc>
              <a:spcBef>
                <a:spcPts val="1600"/>
              </a:spcBef>
              <a:spcAft>
                <a:spcPts val="160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9pPr>
          </a:lstStyle>
          <a:p>
            <a:pPr marL="0" indent="0" algn="ctr">
              <a:spcAft>
                <a:spcPts val="1600"/>
              </a:spcAft>
              <a:buFont typeface="Anek Malayalam"/>
              <a:buNone/>
            </a:pPr>
            <a:r>
              <a:rPr lang="en-US" sz="1600" dirty="0">
                <a:latin typeface="Anek Malayalam Medium"/>
                <a:cs typeface="Anek Malayalam Medium"/>
                <a:sym typeface="Anek Malayalam Medium"/>
              </a:rPr>
              <a:t>Data </a:t>
            </a:r>
          </a:p>
          <a:p>
            <a:pPr marL="0" indent="0" algn="ctr">
              <a:spcAft>
                <a:spcPts val="1600"/>
              </a:spcAft>
              <a:buFont typeface="Anek Malayalam"/>
              <a:buNone/>
            </a:pPr>
            <a:r>
              <a:rPr lang="en-US" sz="1600" dirty="0">
                <a:latin typeface="Anek Malayalam Medium"/>
                <a:cs typeface="Anek Malayalam Medium"/>
                <a:sym typeface="Anek Malayalam Medium"/>
              </a:rPr>
              <a:t>Preprocessing</a:t>
            </a:r>
            <a:endParaRPr lang="en-US" sz="1600" dirty="0"/>
          </a:p>
        </p:txBody>
      </p:sp>
      <p:sp>
        <p:nvSpPr>
          <p:cNvPr id="6" name="Google Shape;672;p53">
            <a:extLst>
              <a:ext uri="{FF2B5EF4-FFF2-40B4-BE49-F238E27FC236}">
                <a16:creationId xmlns:a16="http://schemas.microsoft.com/office/drawing/2014/main" id="{94F0C3E0-21E2-FF52-DC54-335FDB392DB0}"/>
              </a:ext>
            </a:extLst>
          </p:cNvPr>
          <p:cNvSpPr txBox="1">
            <a:spLocks/>
          </p:cNvSpPr>
          <p:nvPr/>
        </p:nvSpPr>
        <p:spPr>
          <a:xfrm>
            <a:off x="3756706" y="2577774"/>
            <a:ext cx="1526095" cy="75633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1pPr>
            <a:lvl2pPr marL="914400" marR="0" lvl="1"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2pPr>
            <a:lvl3pPr marL="1371600" marR="0" lvl="2"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3pPr>
            <a:lvl4pPr marL="1828800" marR="0" lvl="3"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4pPr>
            <a:lvl5pPr marL="2286000" marR="0" lvl="4"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5pPr>
            <a:lvl6pPr marL="2743200" marR="0" lvl="5"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6pPr>
            <a:lvl7pPr marL="3200400" marR="0" lvl="6"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7pPr>
            <a:lvl8pPr marL="3657600" marR="0" lvl="7"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8pPr>
            <a:lvl9pPr marL="4114800" marR="0" lvl="8" indent="-304800" algn="l" rtl="0">
              <a:lnSpc>
                <a:spcPct val="100000"/>
              </a:lnSpc>
              <a:spcBef>
                <a:spcPts val="1600"/>
              </a:spcBef>
              <a:spcAft>
                <a:spcPts val="160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9pPr>
          </a:lstStyle>
          <a:p>
            <a:pPr marL="0" indent="0" algn="ctr">
              <a:spcAft>
                <a:spcPts val="1600"/>
              </a:spcAft>
              <a:buFont typeface="Anek Malayalam"/>
              <a:buNone/>
            </a:pPr>
            <a:r>
              <a:rPr lang="en-US" sz="1600" dirty="0">
                <a:latin typeface="Anek Malayalam Medium"/>
                <a:cs typeface="Anek Malayalam Medium"/>
                <a:sym typeface="Anek Malayalam Medium"/>
              </a:rPr>
              <a:t>Feature</a:t>
            </a:r>
          </a:p>
          <a:p>
            <a:pPr marL="0" indent="0" algn="ctr">
              <a:spcAft>
                <a:spcPts val="1600"/>
              </a:spcAft>
              <a:buFont typeface="Anek Malayalam"/>
              <a:buNone/>
            </a:pPr>
            <a:r>
              <a:rPr lang="en-US" sz="1600" dirty="0">
                <a:latin typeface="Anek Malayalam Medium"/>
                <a:cs typeface="Anek Malayalam Medium"/>
                <a:sym typeface="Anek Malayalam Medium"/>
              </a:rPr>
              <a:t>Selection</a:t>
            </a:r>
            <a:endParaRPr lang="en-US" sz="1600" dirty="0"/>
          </a:p>
        </p:txBody>
      </p:sp>
      <p:sp>
        <p:nvSpPr>
          <p:cNvPr id="7" name="Google Shape;672;p53">
            <a:extLst>
              <a:ext uri="{FF2B5EF4-FFF2-40B4-BE49-F238E27FC236}">
                <a16:creationId xmlns:a16="http://schemas.microsoft.com/office/drawing/2014/main" id="{8FA99A38-4C29-5984-06CB-81A14A0D478D}"/>
              </a:ext>
            </a:extLst>
          </p:cNvPr>
          <p:cNvSpPr txBox="1">
            <a:spLocks/>
          </p:cNvSpPr>
          <p:nvPr/>
        </p:nvSpPr>
        <p:spPr>
          <a:xfrm>
            <a:off x="5303256" y="2587828"/>
            <a:ext cx="1526095" cy="75633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1pPr>
            <a:lvl2pPr marL="914400" marR="0" lvl="1"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2pPr>
            <a:lvl3pPr marL="1371600" marR="0" lvl="2"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3pPr>
            <a:lvl4pPr marL="1828800" marR="0" lvl="3"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4pPr>
            <a:lvl5pPr marL="2286000" marR="0" lvl="4"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5pPr>
            <a:lvl6pPr marL="2743200" marR="0" lvl="5"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6pPr>
            <a:lvl7pPr marL="3200400" marR="0" lvl="6"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7pPr>
            <a:lvl8pPr marL="3657600" marR="0" lvl="7"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8pPr>
            <a:lvl9pPr marL="4114800" marR="0" lvl="8" indent="-304800" algn="l" rtl="0">
              <a:lnSpc>
                <a:spcPct val="100000"/>
              </a:lnSpc>
              <a:spcBef>
                <a:spcPts val="1600"/>
              </a:spcBef>
              <a:spcAft>
                <a:spcPts val="160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9pPr>
          </a:lstStyle>
          <a:p>
            <a:pPr marL="0" indent="0" algn="ctr">
              <a:spcAft>
                <a:spcPts val="1600"/>
              </a:spcAft>
              <a:buFont typeface="Anek Malayalam"/>
              <a:buNone/>
            </a:pPr>
            <a:r>
              <a:rPr lang="en-US" sz="1600" dirty="0">
                <a:latin typeface="Anek Malayalam Medium"/>
                <a:cs typeface="Anek Malayalam Medium"/>
                <a:sym typeface="Anek Malayalam Medium"/>
              </a:rPr>
              <a:t>Model</a:t>
            </a:r>
          </a:p>
          <a:p>
            <a:pPr marL="0" indent="0" algn="ctr">
              <a:spcAft>
                <a:spcPts val="1600"/>
              </a:spcAft>
              <a:buFont typeface="Anek Malayalam"/>
              <a:buNone/>
            </a:pPr>
            <a:r>
              <a:rPr lang="en-US" sz="1600" dirty="0">
                <a:latin typeface="Anek Malayalam Medium"/>
                <a:cs typeface="Anek Malayalam Medium"/>
                <a:sym typeface="Anek Malayalam Medium"/>
              </a:rPr>
              <a:t>Development</a:t>
            </a:r>
            <a:endParaRPr lang="en-US" sz="1600" dirty="0"/>
          </a:p>
        </p:txBody>
      </p:sp>
      <p:sp>
        <p:nvSpPr>
          <p:cNvPr id="8" name="Google Shape;672;p53">
            <a:extLst>
              <a:ext uri="{FF2B5EF4-FFF2-40B4-BE49-F238E27FC236}">
                <a16:creationId xmlns:a16="http://schemas.microsoft.com/office/drawing/2014/main" id="{D053093D-4886-066D-39A8-B40ED78F769A}"/>
              </a:ext>
            </a:extLst>
          </p:cNvPr>
          <p:cNvSpPr txBox="1">
            <a:spLocks/>
          </p:cNvSpPr>
          <p:nvPr/>
        </p:nvSpPr>
        <p:spPr>
          <a:xfrm>
            <a:off x="6839577" y="2587828"/>
            <a:ext cx="1526095" cy="75633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1pPr>
            <a:lvl2pPr marL="914400" marR="0" lvl="1"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2pPr>
            <a:lvl3pPr marL="1371600" marR="0" lvl="2"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3pPr>
            <a:lvl4pPr marL="1828800" marR="0" lvl="3"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4pPr>
            <a:lvl5pPr marL="2286000" marR="0" lvl="4"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5pPr>
            <a:lvl6pPr marL="2743200" marR="0" lvl="5"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6pPr>
            <a:lvl7pPr marL="3200400" marR="0" lvl="6"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7pPr>
            <a:lvl8pPr marL="3657600" marR="0" lvl="7" indent="-304800" algn="l" rtl="0">
              <a:lnSpc>
                <a:spcPct val="100000"/>
              </a:lnSpc>
              <a:spcBef>
                <a:spcPts val="1600"/>
              </a:spcBef>
              <a:spcAft>
                <a:spcPts val="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8pPr>
            <a:lvl9pPr marL="4114800" marR="0" lvl="8" indent="-304800" algn="l" rtl="0">
              <a:lnSpc>
                <a:spcPct val="100000"/>
              </a:lnSpc>
              <a:spcBef>
                <a:spcPts val="1600"/>
              </a:spcBef>
              <a:spcAft>
                <a:spcPts val="1600"/>
              </a:spcAft>
              <a:buClr>
                <a:schemeClr val="dk1"/>
              </a:buClr>
              <a:buSzPts val="1200"/>
              <a:buFont typeface="Anek Malayalam"/>
              <a:buChar char="■"/>
              <a:defRPr sz="1200" b="0" i="0" u="none" strike="noStrike" cap="none">
                <a:solidFill>
                  <a:schemeClr val="dk1"/>
                </a:solidFill>
                <a:latin typeface="Anek Malayalam"/>
                <a:ea typeface="Anek Malayalam"/>
                <a:cs typeface="Anek Malayalam"/>
                <a:sym typeface="Anek Malayalam"/>
              </a:defRPr>
            </a:lvl9pPr>
          </a:lstStyle>
          <a:p>
            <a:pPr marL="0" indent="0" algn="ctr">
              <a:spcAft>
                <a:spcPts val="1600"/>
              </a:spcAft>
              <a:buFont typeface="Anek Malayalam"/>
              <a:buNone/>
            </a:pPr>
            <a:r>
              <a:rPr lang="en-US" sz="1600" dirty="0">
                <a:latin typeface="Anek Malayalam Medium"/>
                <a:cs typeface="Anek Malayalam Medium"/>
                <a:sym typeface="Anek Malayalam Medium"/>
              </a:rPr>
              <a:t>Model</a:t>
            </a:r>
          </a:p>
          <a:p>
            <a:pPr marL="0" indent="0" algn="ctr">
              <a:spcAft>
                <a:spcPts val="1600"/>
              </a:spcAft>
              <a:buFont typeface="Anek Malayalam"/>
              <a:buNone/>
            </a:pPr>
            <a:r>
              <a:rPr lang="en-US" sz="1600" dirty="0">
                <a:latin typeface="Anek Malayalam Medium"/>
                <a:cs typeface="Anek Malayalam Medium"/>
                <a:sym typeface="Anek Malayalam Medium"/>
              </a:rPr>
              <a:t>Evaluation</a:t>
            </a:r>
            <a:endParaRPr lang="en-US" sz="1600" dirty="0"/>
          </a:p>
        </p:txBody>
      </p:sp>
      <p:sp>
        <p:nvSpPr>
          <p:cNvPr id="11" name="Title 10">
            <a:extLst>
              <a:ext uri="{FF2B5EF4-FFF2-40B4-BE49-F238E27FC236}">
                <a16:creationId xmlns:a16="http://schemas.microsoft.com/office/drawing/2014/main" id="{90CCF729-FD2B-BAEA-115F-961E25BDB422}"/>
              </a:ext>
            </a:extLst>
          </p:cNvPr>
          <p:cNvSpPr>
            <a:spLocks noGrp="1"/>
          </p:cNvSpPr>
          <p:nvPr>
            <p:ph type="title"/>
          </p:nvPr>
        </p:nvSpPr>
        <p:spPr>
          <a:xfrm>
            <a:off x="3281817" y="700737"/>
            <a:ext cx="2821627" cy="572700"/>
          </a:xfrm>
        </p:spPr>
        <p:txBody>
          <a:bodyPr/>
          <a:lstStyle/>
          <a:p>
            <a:r>
              <a:rPr lang="en-US" sz="2800" dirty="0"/>
              <a:t>Methodology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56"/>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600" dirty="0"/>
              <a:t>Results</a:t>
            </a:r>
            <a:br>
              <a:rPr lang="en" sz="6600" dirty="0"/>
            </a:br>
            <a:r>
              <a:rPr lang="en" sz="6600" dirty="0"/>
              <a:t>&amp;</a:t>
            </a:r>
            <a:br>
              <a:rPr lang="en" sz="6600" dirty="0"/>
            </a:br>
            <a:r>
              <a:rPr lang="en" sz="6600" dirty="0"/>
              <a:t>Comparison</a:t>
            </a:r>
            <a:endParaRPr sz="6600" dirty="0"/>
          </a:p>
        </p:txBody>
      </p:sp>
    </p:spTree>
    <p:extLst>
      <p:ext uri="{BB962C8B-B14F-4D97-AF65-F5344CB8AC3E}">
        <p14:creationId xmlns:p14="http://schemas.microsoft.com/office/powerpoint/2010/main" val="6594277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pPr>
            <a:r>
              <a:rPr lang="en-US" dirty="0"/>
              <a:t>Model Evaluations</a:t>
            </a:r>
          </a:p>
        </p:txBody>
      </p:sp>
      <p:graphicFrame>
        <p:nvGraphicFramePr>
          <p:cNvPr id="4" name="Table 3">
            <a:extLst>
              <a:ext uri="{FF2B5EF4-FFF2-40B4-BE49-F238E27FC236}">
                <a16:creationId xmlns:a16="http://schemas.microsoft.com/office/drawing/2014/main" id="{68639535-45BE-95B7-83DB-BE121177CEB7}"/>
              </a:ext>
            </a:extLst>
          </p:cNvPr>
          <p:cNvGraphicFramePr>
            <a:graphicFrameLocks noGrp="1"/>
          </p:cNvGraphicFramePr>
          <p:nvPr>
            <p:extLst>
              <p:ext uri="{D42A27DB-BD31-4B8C-83A1-F6EECF244321}">
                <p14:modId xmlns:p14="http://schemas.microsoft.com/office/powerpoint/2010/main" val="3974217144"/>
              </p:ext>
            </p:extLst>
          </p:nvPr>
        </p:nvGraphicFramePr>
        <p:xfrm>
          <a:off x="1306923" y="1274160"/>
          <a:ext cx="6716138" cy="3246848"/>
        </p:xfrm>
        <a:graphic>
          <a:graphicData uri="http://schemas.openxmlformats.org/drawingml/2006/table">
            <a:tbl>
              <a:tblPr firstRow="1" bandRow="1">
                <a:tableStyleId>{56467378-13E6-41F0-BE4D-2E41C846E328}</a:tableStyleId>
              </a:tblPr>
              <a:tblGrid>
                <a:gridCol w="2359292">
                  <a:extLst>
                    <a:ext uri="{9D8B030D-6E8A-4147-A177-3AD203B41FA5}">
                      <a16:colId xmlns:a16="http://schemas.microsoft.com/office/drawing/2014/main" val="4138093342"/>
                    </a:ext>
                  </a:extLst>
                </a:gridCol>
                <a:gridCol w="1156447">
                  <a:extLst>
                    <a:ext uri="{9D8B030D-6E8A-4147-A177-3AD203B41FA5}">
                      <a16:colId xmlns:a16="http://schemas.microsoft.com/office/drawing/2014/main" val="629495067"/>
                    </a:ext>
                  </a:extLst>
                </a:gridCol>
                <a:gridCol w="1066800">
                  <a:extLst>
                    <a:ext uri="{9D8B030D-6E8A-4147-A177-3AD203B41FA5}">
                      <a16:colId xmlns:a16="http://schemas.microsoft.com/office/drawing/2014/main" val="2566572392"/>
                    </a:ext>
                  </a:extLst>
                </a:gridCol>
                <a:gridCol w="1066800">
                  <a:extLst>
                    <a:ext uri="{9D8B030D-6E8A-4147-A177-3AD203B41FA5}">
                      <a16:colId xmlns:a16="http://schemas.microsoft.com/office/drawing/2014/main" val="3787544513"/>
                    </a:ext>
                  </a:extLst>
                </a:gridCol>
                <a:gridCol w="1066799">
                  <a:extLst>
                    <a:ext uri="{9D8B030D-6E8A-4147-A177-3AD203B41FA5}">
                      <a16:colId xmlns:a16="http://schemas.microsoft.com/office/drawing/2014/main" val="3607399315"/>
                    </a:ext>
                  </a:extLst>
                </a:gridCol>
              </a:tblGrid>
              <a:tr h="405856">
                <a:tc>
                  <a:txBody>
                    <a:bodyPr/>
                    <a:lstStyle/>
                    <a:p>
                      <a:pPr algn="ctr"/>
                      <a:r>
                        <a:rPr lang="en-US" b="1" dirty="0"/>
                        <a:t> Model </a:t>
                      </a:r>
                    </a:p>
                  </a:txBody>
                  <a:tcPr>
                    <a:solidFill>
                      <a:schemeClr val="accent4">
                        <a:lumMod val="65000"/>
                      </a:schemeClr>
                    </a:solidFill>
                  </a:tcPr>
                </a:tc>
                <a:tc>
                  <a:txBody>
                    <a:bodyPr/>
                    <a:lstStyle/>
                    <a:p>
                      <a:pPr algn="ctr"/>
                      <a:r>
                        <a:rPr lang="en-US" b="1" dirty="0"/>
                        <a:t>Precision</a:t>
                      </a:r>
                    </a:p>
                  </a:txBody>
                  <a:tcPr>
                    <a:solidFill>
                      <a:schemeClr val="accent4">
                        <a:lumMod val="65000"/>
                      </a:schemeClr>
                    </a:solidFill>
                  </a:tcPr>
                </a:tc>
                <a:tc>
                  <a:txBody>
                    <a:bodyPr/>
                    <a:lstStyle/>
                    <a:p>
                      <a:pPr algn="ctr"/>
                      <a:r>
                        <a:rPr lang="en-US" b="1" dirty="0"/>
                        <a:t>Recall </a:t>
                      </a:r>
                    </a:p>
                  </a:txBody>
                  <a:tcPr>
                    <a:solidFill>
                      <a:schemeClr val="accent4">
                        <a:lumMod val="65000"/>
                      </a:schemeClr>
                    </a:solidFill>
                  </a:tcPr>
                </a:tc>
                <a:tc>
                  <a:txBody>
                    <a:bodyPr/>
                    <a:lstStyle/>
                    <a:p>
                      <a:pPr algn="ctr"/>
                      <a:r>
                        <a:rPr lang="en-US" b="1" dirty="0"/>
                        <a:t>F1-Score</a:t>
                      </a:r>
                    </a:p>
                  </a:txBody>
                  <a:tcPr>
                    <a:solidFill>
                      <a:schemeClr val="accent4">
                        <a:lumMod val="65000"/>
                      </a:schemeClr>
                    </a:solidFill>
                  </a:tcPr>
                </a:tc>
                <a:tc>
                  <a:txBody>
                    <a:bodyPr/>
                    <a:lstStyle/>
                    <a:p>
                      <a:pPr algn="ctr"/>
                      <a:r>
                        <a:rPr lang="en-US" b="1" dirty="0"/>
                        <a:t>Accuracy</a:t>
                      </a:r>
                    </a:p>
                  </a:txBody>
                  <a:tcPr>
                    <a:solidFill>
                      <a:schemeClr val="accent4">
                        <a:lumMod val="65000"/>
                      </a:schemeClr>
                    </a:solidFill>
                  </a:tcPr>
                </a:tc>
                <a:extLst>
                  <a:ext uri="{0D108BD9-81ED-4DB2-BD59-A6C34878D82A}">
                    <a16:rowId xmlns:a16="http://schemas.microsoft.com/office/drawing/2014/main" val="1723873647"/>
                  </a:ext>
                </a:extLst>
              </a:tr>
              <a:tr h="405856">
                <a:tc>
                  <a:txBody>
                    <a:bodyPr/>
                    <a:lstStyle/>
                    <a:p>
                      <a:pPr algn="ctr"/>
                      <a:r>
                        <a:rPr lang="en-US" dirty="0"/>
                        <a:t>Decision Tree</a:t>
                      </a:r>
                    </a:p>
                  </a:txBody>
                  <a:tcPr>
                    <a:noFill/>
                  </a:tcPr>
                </a:tc>
                <a:tc>
                  <a:txBody>
                    <a:bodyPr/>
                    <a:lstStyle/>
                    <a:p>
                      <a:pPr algn="ctr"/>
                      <a:r>
                        <a:rPr lang="en-US" dirty="0"/>
                        <a:t>0.94</a:t>
                      </a:r>
                    </a:p>
                  </a:txBody>
                  <a:tcPr>
                    <a:noFill/>
                  </a:tcPr>
                </a:tc>
                <a:tc>
                  <a:txBody>
                    <a:bodyPr/>
                    <a:lstStyle/>
                    <a:p>
                      <a:pPr algn="ctr"/>
                      <a:r>
                        <a:rPr lang="en-US" dirty="0"/>
                        <a:t>0.93</a:t>
                      </a:r>
                    </a:p>
                  </a:txBody>
                  <a:tcPr>
                    <a:noFill/>
                  </a:tcPr>
                </a:tc>
                <a:tc>
                  <a:txBody>
                    <a:bodyPr/>
                    <a:lstStyle/>
                    <a:p>
                      <a:pPr algn="ctr"/>
                      <a:r>
                        <a:rPr lang="en-US" dirty="0"/>
                        <a:t>0.94</a:t>
                      </a:r>
                    </a:p>
                  </a:txBody>
                  <a:tcPr>
                    <a:noFill/>
                  </a:tcPr>
                </a:tc>
                <a:tc>
                  <a:txBody>
                    <a:bodyPr/>
                    <a:lstStyle/>
                    <a:p>
                      <a:pPr algn="ctr"/>
                      <a:r>
                        <a:rPr lang="en-US" dirty="0"/>
                        <a:t>0.92</a:t>
                      </a:r>
                    </a:p>
                  </a:txBody>
                  <a:tcPr>
                    <a:noFill/>
                  </a:tcPr>
                </a:tc>
                <a:extLst>
                  <a:ext uri="{0D108BD9-81ED-4DB2-BD59-A6C34878D82A}">
                    <a16:rowId xmlns:a16="http://schemas.microsoft.com/office/drawing/2014/main" val="1402256055"/>
                  </a:ext>
                </a:extLst>
              </a:tr>
              <a:tr h="405856">
                <a:tc>
                  <a:txBody>
                    <a:bodyPr/>
                    <a:lstStyle/>
                    <a:p>
                      <a:pPr algn="ctr"/>
                      <a:r>
                        <a:rPr lang="en-US" dirty="0"/>
                        <a:t>Random Forest</a:t>
                      </a:r>
                    </a:p>
                  </a:txBody>
                  <a:tcPr>
                    <a:solidFill>
                      <a:schemeClr val="accent4">
                        <a:lumMod val="65000"/>
                      </a:schemeClr>
                    </a:solidFill>
                  </a:tcPr>
                </a:tc>
                <a:tc>
                  <a:txBody>
                    <a:bodyPr/>
                    <a:lstStyle/>
                    <a:p>
                      <a:pPr algn="ctr"/>
                      <a:r>
                        <a:rPr lang="en-US" dirty="0"/>
                        <a:t>0.94</a:t>
                      </a:r>
                    </a:p>
                  </a:txBody>
                  <a:tcPr>
                    <a:solidFill>
                      <a:schemeClr val="accent4">
                        <a:lumMod val="65000"/>
                      </a:schemeClr>
                    </a:solidFill>
                  </a:tcPr>
                </a:tc>
                <a:tc>
                  <a:txBody>
                    <a:bodyPr/>
                    <a:lstStyle/>
                    <a:p>
                      <a:pPr algn="ctr"/>
                      <a:r>
                        <a:rPr lang="en-US" dirty="0"/>
                        <a:t>0.91</a:t>
                      </a:r>
                    </a:p>
                  </a:txBody>
                  <a:tcPr>
                    <a:solidFill>
                      <a:schemeClr val="accent4">
                        <a:lumMod val="65000"/>
                      </a:schemeClr>
                    </a:solidFill>
                  </a:tcPr>
                </a:tc>
                <a:tc>
                  <a:txBody>
                    <a:bodyPr/>
                    <a:lstStyle/>
                    <a:p>
                      <a:pPr algn="ctr"/>
                      <a:r>
                        <a:rPr lang="en-US" dirty="0"/>
                        <a:t>0.93</a:t>
                      </a:r>
                    </a:p>
                  </a:txBody>
                  <a:tcPr>
                    <a:solidFill>
                      <a:schemeClr val="accent4">
                        <a:lumMod val="65000"/>
                      </a:schemeClr>
                    </a:solidFill>
                  </a:tcPr>
                </a:tc>
                <a:tc>
                  <a:txBody>
                    <a:bodyPr/>
                    <a:lstStyle/>
                    <a:p>
                      <a:pPr algn="ctr"/>
                      <a:r>
                        <a:rPr lang="en-US" dirty="0"/>
                        <a:t>0.91</a:t>
                      </a:r>
                    </a:p>
                  </a:txBody>
                  <a:tcPr>
                    <a:solidFill>
                      <a:schemeClr val="accent4">
                        <a:lumMod val="65000"/>
                      </a:schemeClr>
                    </a:solidFill>
                  </a:tcPr>
                </a:tc>
                <a:extLst>
                  <a:ext uri="{0D108BD9-81ED-4DB2-BD59-A6C34878D82A}">
                    <a16:rowId xmlns:a16="http://schemas.microsoft.com/office/drawing/2014/main" val="3827933858"/>
                  </a:ext>
                </a:extLst>
              </a:tr>
              <a:tr h="405856">
                <a:tc>
                  <a:txBody>
                    <a:bodyPr/>
                    <a:lstStyle/>
                    <a:p>
                      <a:pPr algn="ctr"/>
                      <a:r>
                        <a:rPr lang="en-US" dirty="0"/>
                        <a:t>Naïve Bayes</a:t>
                      </a:r>
                    </a:p>
                  </a:txBody>
                  <a:tcPr>
                    <a:noFill/>
                  </a:tcPr>
                </a:tc>
                <a:tc>
                  <a:txBody>
                    <a:bodyPr/>
                    <a:lstStyle/>
                    <a:p>
                      <a:pPr algn="ctr"/>
                      <a:r>
                        <a:rPr lang="en-US" dirty="0"/>
                        <a:t>0.62</a:t>
                      </a:r>
                    </a:p>
                  </a:txBody>
                  <a:tcPr>
                    <a:noFill/>
                  </a:tcPr>
                </a:tc>
                <a:tc>
                  <a:txBody>
                    <a:bodyPr/>
                    <a:lstStyle/>
                    <a:p>
                      <a:pPr algn="ctr"/>
                      <a:r>
                        <a:rPr lang="en-US" dirty="0"/>
                        <a:t>0.73</a:t>
                      </a:r>
                    </a:p>
                  </a:txBody>
                  <a:tcPr>
                    <a:noFill/>
                  </a:tcPr>
                </a:tc>
                <a:tc>
                  <a:txBody>
                    <a:bodyPr/>
                    <a:lstStyle/>
                    <a:p>
                      <a:pPr algn="ctr"/>
                      <a:r>
                        <a:rPr lang="en-US" dirty="0"/>
                        <a:t>0.67</a:t>
                      </a:r>
                    </a:p>
                  </a:txBody>
                  <a:tcPr>
                    <a:noFill/>
                  </a:tcPr>
                </a:tc>
                <a:tc>
                  <a:txBody>
                    <a:bodyPr/>
                    <a:lstStyle/>
                    <a:p>
                      <a:pPr algn="ctr"/>
                      <a:r>
                        <a:rPr lang="en-US" dirty="0"/>
                        <a:t>0.60</a:t>
                      </a:r>
                    </a:p>
                  </a:txBody>
                  <a:tcPr>
                    <a:noFill/>
                  </a:tcPr>
                </a:tc>
                <a:extLst>
                  <a:ext uri="{0D108BD9-81ED-4DB2-BD59-A6C34878D82A}">
                    <a16:rowId xmlns:a16="http://schemas.microsoft.com/office/drawing/2014/main" val="1419410094"/>
                  </a:ext>
                </a:extLst>
              </a:tr>
              <a:tr h="405856">
                <a:tc>
                  <a:txBody>
                    <a:bodyPr/>
                    <a:lstStyle/>
                    <a:p>
                      <a:pPr algn="ctr"/>
                      <a:r>
                        <a:rPr lang="en-US" dirty="0"/>
                        <a:t>Gradient Boosting</a:t>
                      </a:r>
                    </a:p>
                  </a:txBody>
                  <a:tcPr>
                    <a:solidFill>
                      <a:schemeClr val="accent4">
                        <a:lumMod val="65000"/>
                      </a:schemeClr>
                    </a:solidFill>
                  </a:tcPr>
                </a:tc>
                <a:tc>
                  <a:txBody>
                    <a:bodyPr/>
                    <a:lstStyle/>
                    <a:p>
                      <a:pPr algn="ctr"/>
                      <a:r>
                        <a:rPr lang="en-US" dirty="0"/>
                        <a:t>0.85</a:t>
                      </a:r>
                    </a:p>
                  </a:txBody>
                  <a:tcPr>
                    <a:solidFill>
                      <a:schemeClr val="accent4">
                        <a:lumMod val="65000"/>
                      </a:schemeClr>
                    </a:solidFill>
                  </a:tcPr>
                </a:tc>
                <a:tc>
                  <a:txBody>
                    <a:bodyPr/>
                    <a:lstStyle/>
                    <a:p>
                      <a:pPr algn="ctr"/>
                      <a:r>
                        <a:rPr lang="en-US" dirty="0"/>
                        <a:t>0.90</a:t>
                      </a:r>
                    </a:p>
                  </a:txBody>
                  <a:tcPr>
                    <a:solidFill>
                      <a:schemeClr val="accent4">
                        <a:lumMod val="65000"/>
                      </a:schemeClr>
                    </a:solidFill>
                  </a:tcPr>
                </a:tc>
                <a:tc>
                  <a:txBody>
                    <a:bodyPr/>
                    <a:lstStyle/>
                    <a:p>
                      <a:pPr algn="ctr"/>
                      <a:r>
                        <a:rPr lang="en-US" dirty="0"/>
                        <a:t>0.88</a:t>
                      </a:r>
                    </a:p>
                  </a:txBody>
                  <a:tcPr>
                    <a:solidFill>
                      <a:schemeClr val="accent4">
                        <a:lumMod val="65000"/>
                      </a:schemeClr>
                    </a:solidFill>
                  </a:tcPr>
                </a:tc>
                <a:tc>
                  <a:txBody>
                    <a:bodyPr/>
                    <a:lstStyle/>
                    <a:p>
                      <a:pPr algn="ctr"/>
                      <a:r>
                        <a:rPr lang="en-US" dirty="0"/>
                        <a:t>0.83</a:t>
                      </a:r>
                    </a:p>
                  </a:txBody>
                  <a:tcPr>
                    <a:solidFill>
                      <a:schemeClr val="accent4">
                        <a:lumMod val="65000"/>
                      </a:schemeClr>
                    </a:solidFill>
                  </a:tcPr>
                </a:tc>
                <a:extLst>
                  <a:ext uri="{0D108BD9-81ED-4DB2-BD59-A6C34878D82A}">
                    <a16:rowId xmlns:a16="http://schemas.microsoft.com/office/drawing/2014/main" val="3787686181"/>
                  </a:ext>
                </a:extLst>
              </a:tr>
              <a:tr h="405856">
                <a:tc>
                  <a:txBody>
                    <a:bodyPr/>
                    <a:lstStyle/>
                    <a:p>
                      <a:pPr algn="ctr"/>
                      <a:r>
                        <a:rPr lang="en-US" dirty="0"/>
                        <a:t>KNN</a:t>
                      </a:r>
                    </a:p>
                  </a:txBody>
                  <a:tcPr>
                    <a:noFill/>
                  </a:tcPr>
                </a:tc>
                <a:tc>
                  <a:txBody>
                    <a:bodyPr/>
                    <a:lstStyle/>
                    <a:p>
                      <a:pPr algn="ctr"/>
                      <a:r>
                        <a:rPr lang="en-US" dirty="0"/>
                        <a:t>0.82</a:t>
                      </a:r>
                    </a:p>
                  </a:txBody>
                  <a:tcPr>
                    <a:noFill/>
                  </a:tcPr>
                </a:tc>
                <a:tc>
                  <a:txBody>
                    <a:bodyPr/>
                    <a:lstStyle/>
                    <a:p>
                      <a:pPr algn="ctr"/>
                      <a:r>
                        <a:rPr lang="en-US" dirty="0"/>
                        <a:t>0.91</a:t>
                      </a:r>
                    </a:p>
                  </a:txBody>
                  <a:tcPr>
                    <a:noFill/>
                  </a:tcPr>
                </a:tc>
                <a:tc>
                  <a:txBody>
                    <a:bodyPr/>
                    <a:lstStyle/>
                    <a:p>
                      <a:pPr algn="ctr"/>
                      <a:r>
                        <a:rPr lang="en-US" dirty="0"/>
                        <a:t>0.86</a:t>
                      </a:r>
                    </a:p>
                  </a:txBody>
                  <a:tcPr>
                    <a:noFill/>
                  </a:tcPr>
                </a:tc>
                <a:tc>
                  <a:txBody>
                    <a:bodyPr/>
                    <a:lstStyle/>
                    <a:p>
                      <a:pPr algn="ctr"/>
                      <a:r>
                        <a:rPr lang="en-US" dirty="0"/>
                        <a:t>0.82</a:t>
                      </a:r>
                    </a:p>
                  </a:txBody>
                  <a:tcPr>
                    <a:noFill/>
                  </a:tcPr>
                </a:tc>
                <a:extLst>
                  <a:ext uri="{0D108BD9-81ED-4DB2-BD59-A6C34878D82A}">
                    <a16:rowId xmlns:a16="http://schemas.microsoft.com/office/drawing/2014/main" val="1579802616"/>
                  </a:ext>
                </a:extLst>
              </a:tr>
              <a:tr h="405856">
                <a:tc>
                  <a:txBody>
                    <a:bodyPr/>
                    <a:lstStyle/>
                    <a:p>
                      <a:pPr algn="ctr"/>
                      <a:r>
                        <a:rPr lang="en-US" dirty="0"/>
                        <a:t>SVM</a:t>
                      </a:r>
                    </a:p>
                  </a:txBody>
                  <a:tcPr>
                    <a:solidFill>
                      <a:schemeClr val="accent4">
                        <a:lumMod val="65000"/>
                      </a:schemeClr>
                    </a:solidFill>
                  </a:tcPr>
                </a:tc>
                <a:tc>
                  <a:txBody>
                    <a:bodyPr/>
                    <a:lstStyle/>
                    <a:p>
                      <a:pPr algn="ctr"/>
                      <a:r>
                        <a:rPr lang="en-US" dirty="0"/>
                        <a:t>0.78</a:t>
                      </a:r>
                    </a:p>
                  </a:txBody>
                  <a:tcPr>
                    <a:solidFill>
                      <a:schemeClr val="accent4">
                        <a:lumMod val="65000"/>
                      </a:schemeClr>
                    </a:solidFill>
                  </a:tcPr>
                </a:tc>
                <a:tc>
                  <a:txBody>
                    <a:bodyPr/>
                    <a:lstStyle/>
                    <a:p>
                      <a:pPr algn="ctr"/>
                      <a:r>
                        <a:rPr lang="en-US" dirty="0"/>
                        <a:t>0.90</a:t>
                      </a:r>
                    </a:p>
                  </a:txBody>
                  <a:tcPr>
                    <a:solidFill>
                      <a:schemeClr val="accent4">
                        <a:lumMod val="65000"/>
                      </a:schemeClr>
                    </a:solidFill>
                  </a:tcPr>
                </a:tc>
                <a:tc>
                  <a:txBody>
                    <a:bodyPr/>
                    <a:lstStyle/>
                    <a:p>
                      <a:pPr algn="ctr"/>
                      <a:r>
                        <a:rPr lang="en-US" dirty="0"/>
                        <a:t>0.83</a:t>
                      </a:r>
                    </a:p>
                  </a:txBody>
                  <a:tcPr>
                    <a:solidFill>
                      <a:schemeClr val="accent4">
                        <a:lumMod val="65000"/>
                      </a:schemeClr>
                    </a:solidFill>
                  </a:tcPr>
                </a:tc>
                <a:tc>
                  <a:txBody>
                    <a:bodyPr/>
                    <a:lstStyle/>
                    <a:p>
                      <a:pPr algn="ctr"/>
                      <a:r>
                        <a:rPr lang="en-US" dirty="0"/>
                        <a:t>0.75</a:t>
                      </a:r>
                    </a:p>
                  </a:txBody>
                  <a:tcPr>
                    <a:solidFill>
                      <a:schemeClr val="accent4">
                        <a:lumMod val="65000"/>
                      </a:schemeClr>
                    </a:solidFill>
                  </a:tcPr>
                </a:tc>
                <a:extLst>
                  <a:ext uri="{0D108BD9-81ED-4DB2-BD59-A6C34878D82A}">
                    <a16:rowId xmlns:a16="http://schemas.microsoft.com/office/drawing/2014/main" val="2587626685"/>
                  </a:ext>
                </a:extLst>
              </a:tr>
              <a:tr h="405856">
                <a:tc>
                  <a:txBody>
                    <a:bodyPr/>
                    <a:lstStyle/>
                    <a:p>
                      <a:pPr algn="ctr"/>
                      <a:r>
                        <a:rPr lang="en-US" dirty="0"/>
                        <a:t>Neural Network</a:t>
                      </a:r>
                    </a:p>
                  </a:txBody>
                  <a:tcPr>
                    <a:noFill/>
                  </a:tcPr>
                </a:tc>
                <a:tc>
                  <a:txBody>
                    <a:bodyPr/>
                    <a:lstStyle/>
                    <a:p>
                      <a:pPr algn="ctr"/>
                      <a:r>
                        <a:rPr lang="en-US" dirty="0"/>
                        <a:t>0.80</a:t>
                      </a:r>
                    </a:p>
                  </a:txBody>
                  <a:tcPr>
                    <a:noFill/>
                  </a:tcPr>
                </a:tc>
                <a:tc>
                  <a:txBody>
                    <a:bodyPr/>
                    <a:lstStyle/>
                    <a:p>
                      <a:pPr algn="ctr"/>
                      <a:r>
                        <a:rPr lang="en-US" dirty="0"/>
                        <a:t>0.89</a:t>
                      </a:r>
                    </a:p>
                  </a:txBody>
                  <a:tcPr>
                    <a:noFill/>
                  </a:tcPr>
                </a:tc>
                <a:tc>
                  <a:txBody>
                    <a:bodyPr/>
                    <a:lstStyle/>
                    <a:p>
                      <a:pPr algn="ctr"/>
                      <a:r>
                        <a:rPr lang="en-US" dirty="0"/>
                        <a:t>0.84</a:t>
                      </a:r>
                    </a:p>
                  </a:txBody>
                  <a:tcPr>
                    <a:noFill/>
                  </a:tcPr>
                </a:tc>
                <a:tc>
                  <a:txBody>
                    <a:bodyPr/>
                    <a:lstStyle/>
                    <a:p>
                      <a:pPr algn="ctr"/>
                      <a:r>
                        <a:rPr lang="en-US" dirty="0"/>
                        <a:t>0.74</a:t>
                      </a:r>
                    </a:p>
                  </a:txBody>
                  <a:tcPr>
                    <a:noFill/>
                  </a:tcPr>
                </a:tc>
                <a:extLst>
                  <a:ext uri="{0D108BD9-81ED-4DB2-BD59-A6C34878D82A}">
                    <a16:rowId xmlns:a16="http://schemas.microsoft.com/office/drawing/2014/main" val="2295775274"/>
                  </a:ext>
                </a:extLst>
              </a:tr>
            </a:tbl>
          </a:graphicData>
        </a:graphic>
      </p:graphicFrame>
    </p:spTree>
    <p:extLst>
      <p:ext uri="{BB962C8B-B14F-4D97-AF65-F5344CB8AC3E}">
        <p14:creationId xmlns:p14="http://schemas.microsoft.com/office/powerpoint/2010/main" val="9454391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pic>
        <p:nvPicPr>
          <p:cNvPr id="5" name="Picture 4">
            <a:extLst>
              <a:ext uri="{FF2B5EF4-FFF2-40B4-BE49-F238E27FC236}">
                <a16:creationId xmlns:a16="http://schemas.microsoft.com/office/drawing/2014/main" id="{865823F2-0723-CEE6-9771-CCCB62A03910}"/>
              </a:ext>
            </a:extLst>
          </p:cNvPr>
          <p:cNvPicPr>
            <a:picLocks noChangeAspect="1"/>
          </p:cNvPicPr>
          <p:nvPr/>
        </p:nvPicPr>
        <p:blipFill>
          <a:blip r:embed="rId3"/>
          <a:stretch>
            <a:fillRect/>
          </a:stretch>
        </p:blipFill>
        <p:spPr>
          <a:xfrm>
            <a:off x="837729" y="960324"/>
            <a:ext cx="7468542" cy="296044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639016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pic>
        <p:nvPicPr>
          <p:cNvPr id="6" name="Picture 5">
            <a:extLst>
              <a:ext uri="{FF2B5EF4-FFF2-40B4-BE49-F238E27FC236}">
                <a16:creationId xmlns:a16="http://schemas.microsoft.com/office/drawing/2014/main" id="{562E9DBD-5EC8-30E1-8709-49C4766CBE0A}"/>
              </a:ext>
            </a:extLst>
          </p:cNvPr>
          <p:cNvPicPr>
            <a:picLocks noChangeAspect="1"/>
          </p:cNvPicPr>
          <p:nvPr/>
        </p:nvPicPr>
        <p:blipFill>
          <a:blip r:embed="rId3"/>
          <a:stretch>
            <a:fillRect/>
          </a:stretch>
        </p:blipFill>
        <p:spPr>
          <a:xfrm>
            <a:off x="887451" y="1008062"/>
            <a:ext cx="7369098" cy="292162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8876694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56"/>
          <p:cNvSpPr txBox="1">
            <a:spLocks noGrp="1"/>
          </p:cNvSpPr>
          <p:nvPr>
            <p:ph type="title"/>
          </p:nvPr>
        </p:nvSpPr>
        <p:spPr>
          <a:xfrm>
            <a:off x="1388100" y="1251220"/>
            <a:ext cx="6206500" cy="242162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800" dirty="0"/>
              <a:t>Limitations </a:t>
            </a:r>
            <a:br>
              <a:rPr lang="en" sz="4800" dirty="0"/>
            </a:br>
            <a:r>
              <a:rPr lang="en" sz="4800" dirty="0"/>
              <a:t>&amp; </a:t>
            </a:r>
            <a:br>
              <a:rPr lang="en" sz="4800" dirty="0"/>
            </a:br>
            <a:r>
              <a:rPr lang="en" sz="4800" dirty="0"/>
              <a:t>Future Work</a:t>
            </a:r>
            <a:endParaRPr sz="4800" dirty="0"/>
          </a:p>
        </p:txBody>
      </p:sp>
    </p:spTree>
    <p:extLst>
      <p:ext uri="{BB962C8B-B14F-4D97-AF65-F5344CB8AC3E}">
        <p14:creationId xmlns:p14="http://schemas.microsoft.com/office/powerpoint/2010/main" val="24113678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 name="TextBox 6">
            <a:extLst>
              <a:ext uri="{FF2B5EF4-FFF2-40B4-BE49-F238E27FC236}">
                <a16:creationId xmlns:a16="http://schemas.microsoft.com/office/drawing/2014/main" id="{87DFD958-D2A1-E425-6DB6-EA22920BC5F8}"/>
              </a:ext>
            </a:extLst>
          </p:cNvPr>
          <p:cNvSpPr txBox="1"/>
          <p:nvPr/>
        </p:nvSpPr>
        <p:spPr>
          <a:xfrm>
            <a:off x="970280" y="421640"/>
            <a:ext cx="7396480" cy="3416320"/>
          </a:xfrm>
          <a:prstGeom prst="rect">
            <a:avLst/>
          </a:prstGeom>
          <a:noFill/>
        </p:spPr>
        <p:txBody>
          <a:bodyPr wrap="square" rtlCol="0">
            <a:spAutoFit/>
          </a:bodyPr>
          <a:lstStyle/>
          <a:p>
            <a:pPr algn="ctr"/>
            <a:r>
              <a:rPr lang="en-US" sz="3600" dirty="0">
                <a:latin typeface="Anek Malayalam" panose="020B0604020202020204" charset="0"/>
                <a:cs typeface="Anek Malayalam" panose="020B0604020202020204" charset="0"/>
              </a:rPr>
              <a:t>Limitations</a:t>
            </a:r>
          </a:p>
          <a:p>
            <a:endParaRPr lang="en-US" sz="3600" dirty="0">
              <a:latin typeface="Anek Malayalam" panose="020B0604020202020204" charset="0"/>
              <a:cs typeface="Anek Malayalam" panose="020B0604020202020204" charset="0"/>
            </a:endParaRPr>
          </a:p>
          <a:p>
            <a:pPr marL="285750" indent="-285750">
              <a:buFont typeface="Arial" panose="020B0604020202020204" pitchFamily="34" charset="0"/>
              <a:buChar char="•"/>
            </a:pPr>
            <a:r>
              <a:rPr lang="en-US" sz="1600" dirty="0">
                <a:latin typeface="Anek Malayalam" panose="020B0604020202020204" charset="0"/>
                <a:cs typeface="Anek Malayalam" panose="020B0604020202020204" charset="0"/>
              </a:rPr>
              <a:t>Limited and biased data availability may restrict generalizability.</a:t>
            </a:r>
          </a:p>
          <a:p>
            <a:pPr marL="285750" indent="-285750">
              <a:buFont typeface="Arial" panose="020B0604020202020204" pitchFamily="34" charset="0"/>
              <a:buChar char="•"/>
            </a:pPr>
            <a:endParaRPr lang="en-US" sz="1600" dirty="0">
              <a:latin typeface="Anek Malayalam" panose="020B0604020202020204" charset="0"/>
              <a:cs typeface="Anek Malayalam" panose="020B0604020202020204" charset="0"/>
            </a:endParaRPr>
          </a:p>
          <a:p>
            <a:pPr marL="285750" indent="-285750">
              <a:buFont typeface="Arial" panose="020B0604020202020204" pitchFamily="34" charset="0"/>
              <a:buChar char="•"/>
            </a:pPr>
            <a:r>
              <a:rPr lang="en-US" sz="1600" dirty="0">
                <a:latin typeface="Anek Malayalam" panose="020B0604020202020204" charset="0"/>
                <a:cs typeface="Anek Malayalam" panose="020B0604020202020204" charset="0"/>
              </a:rPr>
              <a:t>Ethical concerns and potential biases in handling sensitive health data.</a:t>
            </a:r>
          </a:p>
          <a:p>
            <a:pPr marL="285750" indent="-285750">
              <a:buFont typeface="Arial" panose="020B0604020202020204" pitchFamily="34" charset="0"/>
              <a:buChar char="•"/>
            </a:pPr>
            <a:endParaRPr lang="en-US" sz="1600" dirty="0">
              <a:latin typeface="Anek Malayalam" panose="020B0604020202020204" charset="0"/>
              <a:cs typeface="Anek Malayalam" panose="020B0604020202020204" charset="0"/>
            </a:endParaRPr>
          </a:p>
          <a:p>
            <a:pPr marL="285750" indent="-285750">
              <a:buFont typeface="Arial" panose="020B0604020202020204" pitchFamily="34" charset="0"/>
              <a:buChar char="•"/>
            </a:pPr>
            <a:r>
              <a:rPr lang="en-US" sz="1600" dirty="0">
                <a:latin typeface="Anek Malayalam" panose="020B0604020202020204" charset="0"/>
                <a:cs typeface="Anek Malayalam" panose="020B0604020202020204" charset="0"/>
              </a:rPr>
              <a:t>Complexity of postpartum depression may challenge model effectiveness.</a:t>
            </a:r>
          </a:p>
          <a:p>
            <a:pPr marL="285750" indent="-285750">
              <a:buFont typeface="Arial" panose="020B0604020202020204" pitchFamily="34" charset="0"/>
              <a:buChar char="•"/>
            </a:pPr>
            <a:endParaRPr lang="en-US" sz="1600" dirty="0">
              <a:latin typeface="Anek Malayalam" panose="020B0604020202020204" charset="0"/>
              <a:cs typeface="Anek Malayalam" panose="020B0604020202020204" charset="0"/>
            </a:endParaRPr>
          </a:p>
          <a:p>
            <a:pPr marL="285750" indent="-285750">
              <a:buFont typeface="Arial" panose="020B0604020202020204" pitchFamily="34" charset="0"/>
              <a:buChar char="•"/>
            </a:pPr>
            <a:r>
              <a:rPr lang="en-US" sz="1600" dirty="0">
                <a:latin typeface="Anek Malayalam" panose="020B0604020202020204" charset="0"/>
                <a:cs typeface="Anek Malayalam" panose="020B0604020202020204" charset="0"/>
              </a:rPr>
              <a:t>Difficulty in interpreting complex models for clinical use.</a:t>
            </a:r>
          </a:p>
          <a:p>
            <a:endParaRPr lang="en-US" sz="1600" dirty="0">
              <a:latin typeface="Anek Malayalam" panose="020B0604020202020204" charset="0"/>
              <a:cs typeface="Anek Malayalam" panose="020B0604020202020204" charset="0"/>
            </a:endParaRPr>
          </a:p>
          <a:p>
            <a:pPr marL="285750" indent="-285750">
              <a:buFont typeface="Arial" panose="020B0604020202020204" pitchFamily="34" charset="0"/>
              <a:buChar char="•"/>
            </a:pPr>
            <a:r>
              <a:rPr lang="en-US" sz="1600" dirty="0">
                <a:latin typeface="Anek Malayalam" panose="020B0604020202020204" charset="0"/>
                <a:cs typeface="Anek Malayalam" panose="020B0604020202020204" charset="0"/>
              </a:rPr>
              <a:t>Need for robust validation across diverse populations and settings.</a:t>
            </a:r>
          </a:p>
        </p:txBody>
      </p:sp>
    </p:spTree>
    <p:extLst>
      <p:ext uri="{BB962C8B-B14F-4D97-AF65-F5344CB8AC3E}">
        <p14:creationId xmlns:p14="http://schemas.microsoft.com/office/powerpoint/2010/main" val="17780891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 name="TextBox 6">
            <a:extLst>
              <a:ext uri="{FF2B5EF4-FFF2-40B4-BE49-F238E27FC236}">
                <a16:creationId xmlns:a16="http://schemas.microsoft.com/office/drawing/2014/main" id="{87DFD958-D2A1-E425-6DB6-EA22920BC5F8}"/>
              </a:ext>
            </a:extLst>
          </p:cNvPr>
          <p:cNvSpPr txBox="1"/>
          <p:nvPr/>
        </p:nvSpPr>
        <p:spPr>
          <a:xfrm>
            <a:off x="970280" y="421640"/>
            <a:ext cx="7396480" cy="3908762"/>
          </a:xfrm>
          <a:prstGeom prst="rect">
            <a:avLst/>
          </a:prstGeom>
          <a:noFill/>
        </p:spPr>
        <p:txBody>
          <a:bodyPr wrap="square" rtlCol="0">
            <a:spAutoFit/>
          </a:bodyPr>
          <a:lstStyle/>
          <a:p>
            <a:pPr algn="ctr"/>
            <a:r>
              <a:rPr lang="en-US" sz="3600" dirty="0">
                <a:latin typeface="Anek Malayalam" panose="020B0604020202020204" charset="0"/>
                <a:cs typeface="Anek Malayalam" panose="020B0604020202020204" charset="0"/>
              </a:rPr>
              <a:t>Future Work</a:t>
            </a:r>
          </a:p>
          <a:p>
            <a:endParaRPr lang="en-US" sz="3600" dirty="0">
              <a:latin typeface="Anek Malayalam" panose="020B0604020202020204" charset="0"/>
              <a:cs typeface="Anek Malayalam" panose="020B0604020202020204" charset="0"/>
            </a:endParaRPr>
          </a:p>
          <a:p>
            <a:pPr marL="285750" indent="-285750">
              <a:buFont typeface="Arial" panose="020B0604020202020204" pitchFamily="34" charset="0"/>
              <a:buChar char="•"/>
            </a:pPr>
            <a:r>
              <a:rPr lang="en-US" sz="1600" dirty="0">
                <a:latin typeface="Anek Malayalam" panose="020B0604020202020204" charset="0"/>
                <a:cs typeface="Anek Malayalam" panose="020B0604020202020204" charset="0"/>
              </a:rPr>
              <a:t>Enhance data collection for broader and less biased datasets.</a:t>
            </a:r>
          </a:p>
          <a:p>
            <a:pPr marL="285750" indent="-285750">
              <a:buFont typeface="Arial" panose="020B0604020202020204" pitchFamily="34" charset="0"/>
              <a:buChar char="•"/>
            </a:pPr>
            <a:endParaRPr lang="en-US" sz="1600" dirty="0">
              <a:latin typeface="Anek Malayalam" panose="020B0604020202020204" charset="0"/>
              <a:cs typeface="Anek Malayalam" panose="020B0604020202020204" charset="0"/>
            </a:endParaRPr>
          </a:p>
          <a:p>
            <a:pPr marL="285750" indent="-285750">
              <a:buFont typeface="Arial" panose="020B0604020202020204" pitchFamily="34" charset="0"/>
              <a:buChar char="•"/>
            </a:pPr>
            <a:r>
              <a:rPr lang="en-US" sz="1600" dirty="0">
                <a:latin typeface="Anek Malayalam" panose="020B0604020202020204" charset="0"/>
                <a:cs typeface="Anek Malayalam" panose="020B0604020202020204" charset="0"/>
              </a:rPr>
              <a:t>Explore advanced modeling techniques tailored for healthcare data.</a:t>
            </a:r>
          </a:p>
          <a:p>
            <a:pPr marL="285750" indent="-285750">
              <a:buFont typeface="Arial" panose="020B0604020202020204" pitchFamily="34" charset="0"/>
              <a:buChar char="•"/>
            </a:pPr>
            <a:endParaRPr lang="en-US" sz="1600" dirty="0">
              <a:latin typeface="Anek Malayalam" panose="020B0604020202020204" charset="0"/>
              <a:cs typeface="Anek Malayalam" panose="020B0604020202020204" charset="0"/>
            </a:endParaRPr>
          </a:p>
          <a:p>
            <a:pPr marL="285750" indent="-285750">
              <a:buFont typeface="Arial" panose="020B0604020202020204" pitchFamily="34" charset="0"/>
              <a:buChar char="•"/>
            </a:pPr>
            <a:r>
              <a:rPr lang="en-US" sz="1600" dirty="0">
                <a:latin typeface="Anek Malayalam" panose="020B0604020202020204" charset="0"/>
                <a:cs typeface="Anek Malayalam" panose="020B0604020202020204" charset="0"/>
              </a:rPr>
              <a:t>Integrate findings into clinical practice through collaboration with healthcare professionals.</a:t>
            </a:r>
          </a:p>
          <a:p>
            <a:pPr marL="285750" indent="-285750">
              <a:buFont typeface="Arial" panose="020B0604020202020204" pitchFamily="34" charset="0"/>
              <a:buChar char="•"/>
            </a:pPr>
            <a:endParaRPr lang="en-US" sz="1600" dirty="0">
              <a:latin typeface="Anek Malayalam" panose="020B0604020202020204" charset="0"/>
              <a:cs typeface="Anek Malayalam" panose="020B0604020202020204" charset="0"/>
            </a:endParaRPr>
          </a:p>
          <a:p>
            <a:pPr marL="285750" indent="-285750">
              <a:buFont typeface="Arial" panose="020B0604020202020204" pitchFamily="34" charset="0"/>
              <a:buChar char="•"/>
            </a:pPr>
            <a:r>
              <a:rPr lang="en-US" sz="1600" dirty="0">
                <a:latin typeface="Anek Malayalam" panose="020B0604020202020204" charset="0"/>
                <a:cs typeface="Anek Malayalam" panose="020B0604020202020204" charset="0"/>
              </a:rPr>
              <a:t>Address ethical concerns rigorously, ensuring privacy and fairness.</a:t>
            </a:r>
          </a:p>
          <a:p>
            <a:pPr marL="285750" indent="-285750">
              <a:buFont typeface="Arial" panose="020B0604020202020204" pitchFamily="34" charset="0"/>
              <a:buChar char="•"/>
            </a:pPr>
            <a:endParaRPr lang="en-US" sz="1600" dirty="0">
              <a:latin typeface="Anek Malayalam" panose="020B0604020202020204" charset="0"/>
              <a:cs typeface="Anek Malayalam" panose="020B0604020202020204" charset="0"/>
            </a:endParaRPr>
          </a:p>
          <a:p>
            <a:pPr marL="285750" indent="-285750">
              <a:buFont typeface="Arial" panose="020B0604020202020204" pitchFamily="34" charset="0"/>
              <a:buChar char="•"/>
            </a:pPr>
            <a:r>
              <a:rPr lang="en-US" sz="1600" dirty="0">
                <a:latin typeface="Anek Malayalam" panose="020B0604020202020204" charset="0"/>
                <a:cs typeface="Anek Malayalam" panose="020B0604020202020204" charset="0"/>
              </a:rPr>
              <a:t>Validate models in diverse populations and clinical settings for robustness and applicability.</a:t>
            </a:r>
          </a:p>
        </p:txBody>
      </p:sp>
    </p:spTree>
    <p:extLst>
      <p:ext uri="{BB962C8B-B14F-4D97-AF65-F5344CB8AC3E}">
        <p14:creationId xmlns:p14="http://schemas.microsoft.com/office/powerpoint/2010/main" val="34350681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56"/>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8800" dirty="0"/>
              <a:t>Conclusion</a:t>
            </a:r>
            <a:endParaRPr sz="8800" dirty="0"/>
          </a:p>
        </p:txBody>
      </p:sp>
    </p:spTree>
    <p:extLst>
      <p:ext uri="{BB962C8B-B14F-4D97-AF65-F5344CB8AC3E}">
        <p14:creationId xmlns:p14="http://schemas.microsoft.com/office/powerpoint/2010/main" val="34384586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3" name="Google Shape;853;p62"/>
          <p:cNvSpPr txBox="1">
            <a:spLocks noGrp="1"/>
          </p:cNvSpPr>
          <p:nvPr>
            <p:ph type="subTitle" idx="1"/>
          </p:nvPr>
        </p:nvSpPr>
        <p:spPr>
          <a:xfrm>
            <a:off x="1418006" y="1859958"/>
            <a:ext cx="6227700" cy="1631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1600" dirty="0"/>
              <a:t>Our postpartum depression detection models achieved high accuracy, with the best model (Decision Tree) reaching 92%. By identifying key indicators through feature selection, we enhanced model interpretability. This underscores the potential for these models to aid healthcare professionals in early detection and intervention, potentially improving outcomes for new mothers. Future efforts could expand the dataset and integrate advanced models to further enhance predictive performance.</a:t>
            </a:r>
            <a:endParaRPr sz="1600" dirty="0"/>
          </a:p>
        </p:txBody>
      </p:sp>
      <p:cxnSp>
        <p:nvCxnSpPr>
          <p:cNvPr id="854" name="Google Shape;854;p62"/>
          <p:cNvCxnSpPr/>
          <p:nvPr/>
        </p:nvCxnSpPr>
        <p:spPr>
          <a:xfrm>
            <a:off x="2296356" y="3727582"/>
            <a:ext cx="47115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68"/>
        <p:cNvGrpSpPr/>
        <p:nvPr/>
      </p:nvGrpSpPr>
      <p:grpSpPr>
        <a:xfrm>
          <a:off x="0" y="0"/>
          <a:ext cx="0" cy="0"/>
          <a:chOff x="0" y="0"/>
          <a:chExt cx="0" cy="0"/>
        </a:xfrm>
      </p:grpSpPr>
      <p:sp>
        <p:nvSpPr>
          <p:cNvPr id="869" name="Google Shape;869;p64"/>
          <p:cNvSpPr txBox="1">
            <a:spLocks noGrp="1"/>
          </p:cNvSpPr>
          <p:nvPr>
            <p:ph type="title"/>
          </p:nvPr>
        </p:nvSpPr>
        <p:spPr>
          <a:xfrm>
            <a:off x="1284000" y="1505700"/>
            <a:ext cx="6576000" cy="1511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Thank You</a:t>
            </a:r>
            <a:endParaRPr dirty="0"/>
          </a:p>
        </p:txBody>
      </p:sp>
      <p:sp>
        <p:nvSpPr>
          <p:cNvPr id="870" name="Google Shape;870;p64"/>
          <p:cNvSpPr txBox="1">
            <a:spLocks noGrp="1"/>
          </p:cNvSpPr>
          <p:nvPr>
            <p:ph type="subTitle" idx="1"/>
          </p:nvPr>
        </p:nvSpPr>
        <p:spPr>
          <a:xfrm>
            <a:off x="1284000" y="3016800"/>
            <a:ext cx="6576000" cy="621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Any Questions?</a:t>
            </a:r>
            <a:endParaRPr dirty="0"/>
          </a:p>
        </p:txBody>
      </p:sp>
      <p:cxnSp>
        <p:nvCxnSpPr>
          <p:cNvPr id="871" name="Google Shape;871;p64"/>
          <p:cNvCxnSpPr/>
          <p:nvPr/>
        </p:nvCxnSpPr>
        <p:spPr>
          <a:xfrm>
            <a:off x="1980025" y="3016800"/>
            <a:ext cx="51648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ADAPTADA Postpartum Depression Care by Slidesgo">
  <a:themeElements>
    <a:clrScheme name="Simple Light">
      <a:dk1>
        <a:srgbClr val="191919"/>
      </a:dk1>
      <a:lt1>
        <a:srgbClr val="C1B5B5"/>
      </a:lt1>
      <a:dk2>
        <a:srgbClr val="EBEBEB"/>
      </a:dk2>
      <a:lt2>
        <a:srgbClr val="BD787D"/>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TotalTime>
  <Words>767</Words>
  <Application>Microsoft Office PowerPoint</Application>
  <PresentationFormat>On-screen Show (16:9)</PresentationFormat>
  <Paragraphs>177</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Anek Malayalam Medium</vt:lpstr>
      <vt:lpstr>Anek Malayalam</vt:lpstr>
      <vt:lpstr>Bebas Neue</vt:lpstr>
      <vt:lpstr>Arial</vt:lpstr>
      <vt:lpstr>ADAPTADA Postpartum Depression Care by Slidesgo</vt:lpstr>
      <vt:lpstr>Postpartum Depression Prediction</vt:lpstr>
      <vt:lpstr>Table of Contents</vt:lpstr>
      <vt:lpstr>Introduction</vt:lpstr>
      <vt:lpstr>Introduction</vt:lpstr>
      <vt:lpstr>Motivation</vt:lpstr>
      <vt:lpstr>PowerPoint Presentation</vt:lpstr>
      <vt:lpstr>Why a Predictive Model?</vt:lpstr>
      <vt:lpstr>Goals:</vt:lpstr>
      <vt:lpstr>Literature Review</vt:lpstr>
      <vt:lpstr>Research and publications</vt:lpstr>
      <vt:lpstr>Research and publications</vt:lpstr>
      <vt:lpstr>Research and publications</vt:lpstr>
      <vt:lpstr>Methodology</vt:lpstr>
      <vt:lpstr>02</vt:lpstr>
      <vt:lpstr>Results &amp; Comparison</vt:lpstr>
      <vt:lpstr>Model Evaluations</vt:lpstr>
      <vt:lpstr>PowerPoint Presentation</vt:lpstr>
      <vt:lpstr>PowerPoint Presentation</vt:lpstr>
      <vt:lpstr>Limitations  &amp;  Future Work</vt:lpstr>
      <vt:lpstr>PowerPoint Presentation</vt:lpstr>
      <vt:lpstr>PowerPoint Presentation</vt:lpstr>
      <vt:lpstr>Conclusion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RafiuAlam</dc:creator>
  <cp:lastModifiedBy>Rafiu Alam</cp:lastModifiedBy>
  <cp:revision>9</cp:revision>
  <dcterms:modified xsi:type="dcterms:W3CDTF">2024-07-15T19:21:08Z</dcterms:modified>
</cp:coreProperties>
</file>